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61" r:id="rId4"/>
    <p:sldId id="283" r:id="rId5"/>
    <p:sldId id="265" r:id="rId6"/>
    <p:sldId id="258" r:id="rId7"/>
    <p:sldId id="259" r:id="rId8"/>
    <p:sldId id="266" r:id="rId9"/>
    <p:sldId id="276" r:id="rId10"/>
    <p:sldId id="264" r:id="rId11"/>
    <p:sldId id="277" r:id="rId12"/>
    <p:sldId id="263" r:id="rId13"/>
    <p:sldId id="278" r:id="rId14"/>
    <p:sldId id="262" r:id="rId15"/>
    <p:sldId id="279" r:id="rId16"/>
    <p:sldId id="270" r:id="rId17"/>
    <p:sldId id="280" r:id="rId18"/>
    <p:sldId id="269" r:id="rId19"/>
    <p:sldId id="281" r:id="rId20"/>
    <p:sldId id="272" r:id="rId21"/>
    <p:sldId id="274" r:id="rId22"/>
    <p:sldId id="271" r:id="rId23"/>
    <p:sldId id="273" r:id="rId24"/>
    <p:sldId id="275" r:id="rId25"/>
    <p:sldId id="282" r:id="rId2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6544" autoAdjust="0"/>
    <p:restoredTop sz="94249" autoAdjust="0"/>
  </p:normalViewPr>
  <p:slideViewPr>
    <p:cSldViewPr snapToGrid="0">
      <p:cViewPr varScale="1">
        <p:scale>
          <a:sx n="166" d="100"/>
          <a:sy n="166" d="100"/>
        </p:scale>
        <p:origin x="-750" y="-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72270C-508F-4365-82ED-B8ED5EE2433C}" type="datetimeFigureOut">
              <a:rPr lang="ru-RU" smtClean="0"/>
              <a:pPr/>
              <a:t>30.03.2026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F2A8C3-2A53-4BB8-BA93-8DA242100BD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336641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Основные положения: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Наименование темы работы, реквизиты утверждения (Соответствует утвержденной распоряжением проректора по учебной работе.) 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Сведения о руководителе ВКР (ФИО, ученая степень, звание, должность, место работы) Соответствуют утвержденным распоряжением проректора по учебной работе.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Общий объем без приложений - Рекомендуемый объем 10-50 стр. печатного текста. 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F2A8C3-2A53-4BB8-BA93-8DA242100BDC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60542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BDBD683-3F96-47CA-AECC-BA59BA2EC7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2F5225AC-CB98-4261-B89C-2CDBE79049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D0A764EE-B467-445B-998A-79DEC0A3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6609C-F9D0-4656-9CBD-0FB9D2CA8F2B}" type="datetime1">
              <a:rPr lang="ru-RU" smtClean="0"/>
              <a:pPr/>
              <a:t>30.03.2026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C3C1D974-5F53-482D-9BDC-C528CE8B1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CEBF6348-CB01-427E-93F0-5358035F3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CAEB2-D51B-4ACF-8ABA-0A2F5F9CA47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680680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3AE4321-0489-4808-90E0-415F92CEF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20C6CD23-9E59-413A-9FCF-38B09E723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E1345F80-4D80-4850-975C-A5A27F79D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B8821-CEC8-4E4E-8A52-F651C3D2A902}" type="datetime1">
              <a:rPr lang="ru-RU" smtClean="0"/>
              <a:pPr/>
              <a:t>30.03.2026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374D52C7-DB81-44B5-8239-78BBF0901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9A47F332-48CB-427F-996F-9CC1B01BF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CAEB2-D51B-4ACF-8ABA-0A2F5F9CA47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057848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471B8941-7430-41ED-AAE3-DCB7CB2C3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0EB4588E-9906-45FD-A72E-42402AC03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5A281AFE-EE17-48C7-9CF6-92AF86096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62C5-21AA-4F7F-929D-EC029D68D8E1}" type="datetime1">
              <a:rPr lang="ru-RU" smtClean="0"/>
              <a:pPr/>
              <a:t>30.03.2026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F3655DF4-388A-4B37-A7B8-4F0781E6C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0A6CFA9-7E9D-4644-8A05-52DB6CEB0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CAEB2-D51B-4ACF-8ABA-0A2F5F9CA47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56508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44568FA5-751B-4951-9699-C065DE715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1C559A31-9F4B-4E50-BE0B-92B35AA849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D1C41602-C07D-46D3-B31C-205EB141F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C936B992-8732-4EAB-A0C2-B6612677E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698E5-8F4F-4E28-885F-C04E27EDDD5F}" type="datetime1">
              <a:rPr lang="ru-RU" smtClean="0"/>
              <a:pPr/>
              <a:t>30.03.2026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59476661-B00D-4298-B6CD-DAA7EBFB5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6C1871FB-674B-4D39-9FE5-59621D0F0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CAEB2-D51B-4ACF-8ABA-0A2F5F9CA47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548430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A6C5D7F-F7E0-4E05-8498-E6786A4FD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DE59C83E-EDEF-421D-A879-DFE603422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AFC08D6F-F1EF-424B-8C62-8F2EFADA57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032E4EB1-DC86-4400-8677-9287EBE057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CD8F37CF-702B-474F-8594-B3015218B8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xmlns="" id="{7E480FCF-A029-45DB-9B06-323E1E74C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98744-C796-4A14-9169-85C2A9245BD9}" type="datetime1">
              <a:rPr lang="ru-RU" smtClean="0"/>
              <a:pPr/>
              <a:t>30.03.2026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xmlns="" id="{B6239F0A-FA5C-4233-BD82-89332712A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xmlns="" id="{BC39A407-18A5-42C0-935B-ED89E9D9F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CAEB2-D51B-4ACF-8ABA-0A2F5F9CA47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7012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752CA8F-779A-44CC-A1AB-BDC23973A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9A87EF83-2AFC-4238-8C5A-E5B14BFD5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91450-B2A7-4ACB-8114-8268781D6D93}" type="datetime1">
              <a:rPr lang="ru-RU" smtClean="0"/>
              <a:pPr/>
              <a:t>30.03.2026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D597F489-713B-438D-878D-F44F36D5C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FE316E24-A9F0-4FB4-A36C-43039B341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CAEB2-D51B-4ACF-8ABA-0A2F5F9CA47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44604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xmlns="" id="{B8DAD04A-A1E5-4DE5-8CDD-5C01D7F86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55587-D3A7-481A-9E1D-6739F9C64D80}" type="datetime1">
              <a:rPr lang="ru-RU" smtClean="0"/>
              <a:pPr/>
              <a:t>30.03.2026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xmlns="" id="{D942613F-A8C0-46BC-8670-6544A984F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A4B82679-0777-4BF6-B885-07D011B9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CAEB2-D51B-4ACF-8ABA-0A2F5F9CA47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788188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0DEE1B9-D94B-450C-93AE-123F7526D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D4ED4B1-636C-464A-8F71-415C0B53B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82BD6957-C64A-4FCB-8798-DAE7BA0CE6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59F064F4-D627-4AE0-BD5C-BB9790C2A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C4DC7-D97B-4A8D-82FE-1E2C698A3C51}" type="datetime1">
              <a:rPr lang="ru-RU" smtClean="0"/>
              <a:pPr/>
              <a:t>30.03.2026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97E530A7-3B84-4D5A-9352-266EB252C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A692445D-644B-446A-9496-F670502FC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CAEB2-D51B-4ACF-8ABA-0A2F5F9CA47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898826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E28B22C-D39D-48A2-8B2D-C6C030142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xmlns="" id="{85C5B63C-3D7D-44AC-A861-96F67B394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6140325A-BCA7-4FD2-BE55-D82E4923FE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B0402CC3-BD4A-4532-A10F-A732C5379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F3947-3D31-4220-9A12-C8A2E3196E62}" type="datetime1">
              <a:rPr lang="ru-RU" smtClean="0"/>
              <a:pPr/>
              <a:t>30.03.2026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01D5EB9A-84C1-4A2E-B274-40C3931A7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D3B8B4E4-B839-4B4E-972C-77583235A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CAEB2-D51B-4ACF-8ABA-0A2F5F9CA47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182229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7DDFB64-CCB8-4F7D-B065-E39C6B7A0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8BC66379-3C74-4793-9CBE-70A74A87FB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DE41E5EC-FC1C-4DC9-8CDC-DADA60678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3FFA2-454D-4127-BA69-A8EE3B3A612B}" type="datetime1">
              <a:rPr lang="ru-RU" smtClean="0"/>
              <a:pPr/>
              <a:t>30.03.2026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9E95FAD2-0D14-4815-BE28-5C2B9EF95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8CBA1879-0673-4952-955A-662E1403E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CAEB2-D51B-4ACF-8ABA-0A2F5F9CA47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81044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xmlns="" id="{856BFCF6-5954-4F01-BEA2-8C7F5E850B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D419AB2E-14AC-4267-A4BA-E9D854E427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F8E7B5A5-0154-47F0-BDDF-20FBB316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DD45A-AF51-4251-A13E-8C1FFB5520CA}" type="datetime1">
              <a:rPr lang="ru-RU" smtClean="0"/>
              <a:pPr/>
              <a:t>30.03.2026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E12C64ED-2CDD-4789-BA30-3B18D9613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2C479B12-4E1C-442F-A735-8817CA32A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CAEB2-D51B-4ACF-8ABA-0A2F5F9CA47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041640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EADBF1F-FA95-499D-888A-6372D1A80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806A0890-C2D1-4B2F-8C1F-79037C5AD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2841E8BB-CF52-4A0D-A4AD-EF9FC2666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1BC3FB-DB95-4813-8D2E-010779392ECA}" type="datetime1">
              <a:rPr lang="ru-RU" smtClean="0"/>
              <a:pPr/>
              <a:t>30.03.2026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C9A60CF3-851B-4E79-9B06-8FF22C3245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E7F9E03E-33EA-4078-98D8-6876A4B3F9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BCAEB2-D51B-4ACF-8ABA-0A2F5F9CA47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5983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3AE312B-2612-4E99-9A9D-811191C590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91431"/>
            <a:ext cx="9144000" cy="23876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ru-RU" sz="6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НОРМОКОНТРОЛЬ</a:t>
            </a:r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xmlns="" id="{DF6BB869-9D7F-44FC-BD80-4D2A7AF5FD35}"/>
              </a:ext>
            </a:extLst>
          </p:cNvPr>
          <p:cNvCxnSpPr>
            <a:cxnSpLocks/>
          </p:cNvCxnSpPr>
          <p:nvPr/>
        </p:nvCxnSpPr>
        <p:spPr>
          <a:xfrm flipH="1">
            <a:off x="1" y="616226"/>
            <a:ext cx="10852878" cy="0"/>
          </a:xfrm>
          <a:prstGeom prst="line">
            <a:avLst/>
          </a:prstGeom>
          <a:ln w="63500" cap="flat" cmpd="dbl">
            <a:solidFill>
              <a:schemeClr val="accent1">
                <a:lumMod val="75000"/>
              </a:schemeClr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xmlns="" id="{7741AD06-4251-4020-A88A-CFAA7FB3D4C2}"/>
              </a:ext>
            </a:extLst>
          </p:cNvPr>
          <p:cNvCxnSpPr>
            <a:cxnSpLocks/>
          </p:cNvCxnSpPr>
          <p:nvPr/>
        </p:nvCxnSpPr>
        <p:spPr>
          <a:xfrm flipH="1">
            <a:off x="1339122" y="6274076"/>
            <a:ext cx="10852878" cy="0"/>
          </a:xfrm>
          <a:prstGeom prst="line">
            <a:avLst/>
          </a:prstGeom>
          <a:ln w="63500" cap="flat" cmpd="dbl">
            <a:solidFill>
              <a:schemeClr val="accent1">
                <a:lumMod val="75000"/>
              </a:schemeClr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CD44B0B9-5F07-4611-8AFE-FF73919B6D36}"/>
              </a:ext>
            </a:extLst>
          </p:cNvPr>
          <p:cNvSpPr txBox="1"/>
          <p:nvPr/>
        </p:nvSpPr>
        <p:spPr>
          <a:xfrm>
            <a:off x="1009650" y="4491335"/>
            <a:ext cx="1042035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Направление подготовки </a:t>
            </a:r>
            <a:r>
              <a:rPr lang="ru-RU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09.03.03 Прикладная информатика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l">
              <a:lnSpc>
                <a:spcPct val="150000"/>
              </a:lnSpc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Направленность (профиль): </a:t>
            </a:r>
            <a:r>
              <a:rPr lang="ru-RU" sz="2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Прикладной искусственный 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интеллект</a:t>
            </a: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xmlns="" id="{377FF229-677D-42CB-B248-A5E8D543EB73}"/>
              </a:ext>
            </a:extLst>
          </p:cNvPr>
          <p:cNvCxnSpPr>
            <a:cxnSpLocks/>
          </p:cNvCxnSpPr>
          <p:nvPr/>
        </p:nvCxnSpPr>
        <p:spPr>
          <a:xfrm flipH="1">
            <a:off x="3120843" y="3035576"/>
            <a:ext cx="6197964" cy="0"/>
          </a:xfrm>
          <a:prstGeom prst="line">
            <a:avLst/>
          </a:prstGeom>
          <a:ln w="25400" cap="flat" cmpd="sng">
            <a:solidFill>
              <a:schemeClr val="accent1">
                <a:lumMod val="75000"/>
              </a:schemeClr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228215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xmlns="" id="{6CEFB9EC-C613-4026-BE3E-7D4C5387C355}"/>
              </a:ext>
            </a:extLst>
          </p:cNvPr>
          <p:cNvCxnSpPr>
            <a:cxnSpLocks/>
          </p:cNvCxnSpPr>
          <p:nvPr/>
        </p:nvCxnSpPr>
        <p:spPr>
          <a:xfrm flipH="1">
            <a:off x="1" y="616226"/>
            <a:ext cx="10852878" cy="0"/>
          </a:xfrm>
          <a:prstGeom prst="line">
            <a:avLst/>
          </a:prstGeom>
          <a:ln w="63500" cap="flat" cmpd="dbl">
            <a:solidFill>
              <a:schemeClr val="accent1">
                <a:lumMod val="75000"/>
              </a:schemeClr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xmlns="" id="{BE007AAB-0C5D-4F2A-989D-977795C09C0B}"/>
              </a:ext>
            </a:extLst>
          </p:cNvPr>
          <p:cNvCxnSpPr>
            <a:cxnSpLocks/>
          </p:cNvCxnSpPr>
          <p:nvPr/>
        </p:nvCxnSpPr>
        <p:spPr>
          <a:xfrm flipH="1">
            <a:off x="1339122" y="6274076"/>
            <a:ext cx="10852878" cy="0"/>
          </a:xfrm>
          <a:prstGeom prst="line">
            <a:avLst/>
          </a:prstGeom>
          <a:ln w="63500" cap="flat" cmpd="dbl">
            <a:solidFill>
              <a:schemeClr val="accent1">
                <a:lumMod val="75000"/>
              </a:schemeClr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D696FEC0-43C6-43E6-B056-6A0480954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6350276"/>
            <a:ext cx="2743200" cy="365125"/>
          </a:xfrm>
        </p:spPr>
        <p:txBody>
          <a:bodyPr/>
          <a:lstStyle/>
          <a:p>
            <a:fld id="{7DBCAEB2-D51B-4ACF-8ABA-0A2F5F9CA479}" type="slidenum">
              <a:rPr lang="ru-RU" sz="3600" smtClean="0">
                <a:solidFill>
                  <a:srgbClr val="002060"/>
                </a:solidFill>
              </a:rPr>
              <a:pPr/>
              <a:t>2</a:t>
            </a:fld>
            <a:endParaRPr lang="ru-RU" sz="3600">
              <a:solidFill>
                <a:srgbClr val="00206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54AADDF8-7098-455E-B59D-7E8D7B7A4865}"/>
              </a:ext>
            </a:extLst>
          </p:cNvPr>
          <p:cNvSpPr txBox="1"/>
          <p:nvPr/>
        </p:nvSpPr>
        <p:spPr>
          <a:xfrm>
            <a:off x="621506" y="1100046"/>
            <a:ext cx="10948988" cy="4679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lvl="0" indent="-514350" algn="just">
              <a:lnSpc>
                <a:spcPct val="107000"/>
              </a:lnSpc>
              <a:buFont typeface="Wingdings" panose="05000000000000000000" pitchFamily="2" charset="2"/>
              <a:buChar char="q"/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Наименование темы работы, реквизиты утверждения (Соответствует утвержденной распоряжением проректора по учебной </a:t>
            </a:r>
            <a:r>
              <a:rPr lang="ru-RU" sz="28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работе) </a:t>
            </a:r>
            <a:endParaRPr lang="ru-RU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lvl="0" indent="-514350" algn="just">
              <a:lnSpc>
                <a:spcPct val="107000"/>
              </a:lnSpc>
              <a:buFont typeface="Wingdings" panose="05000000000000000000" pitchFamily="2" charset="2"/>
              <a:buChar char="q"/>
            </a:pPr>
            <a:endParaRPr lang="ru-RU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lvl="0" indent="-514350" algn="just">
              <a:lnSpc>
                <a:spcPct val="107000"/>
              </a:lnSpc>
              <a:buFont typeface="Wingdings" panose="05000000000000000000" pitchFamily="2" charset="2"/>
              <a:buChar char="q"/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Сведения о руководителе </a:t>
            </a:r>
            <a:r>
              <a:rPr lang="ru-RU" sz="28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практики(ФИО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ученая степень, звание, должность,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место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работы) Соответствуют утвержденным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распоряжением проректора по учебной работе.</a:t>
            </a:r>
          </a:p>
          <a:p>
            <a:pPr marL="514350" lvl="0" indent="-514350" algn="just">
              <a:lnSpc>
                <a:spcPct val="107000"/>
              </a:lnSpc>
              <a:buFont typeface="Wingdings" panose="05000000000000000000" pitchFamily="2" charset="2"/>
              <a:buChar char="q"/>
            </a:pP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algn="just">
              <a:lnSpc>
                <a:spcPct val="107000"/>
              </a:lnSpc>
              <a:buFont typeface="Wingdings" panose="05000000000000000000" pitchFamily="2" charset="2"/>
              <a:buChar char="q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Общий объем без приложений - Рекомендуемый объем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10-12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стр. печатного текста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D414B065-AD90-4946-95D1-A3FCD85D8704}"/>
              </a:ext>
            </a:extLst>
          </p:cNvPr>
          <p:cNvSpPr txBox="1"/>
          <p:nvPr/>
        </p:nvSpPr>
        <p:spPr>
          <a:xfrm>
            <a:off x="469106" y="79307"/>
            <a:ext cx="6105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</a:rPr>
              <a:t>ОСНОВНЫЕ ПОЛОЖЕНИЯ</a:t>
            </a:r>
            <a:endParaRPr lang="ru-RU" sz="32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7732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xmlns="" id="{6CEFB9EC-C613-4026-BE3E-7D4C5387C355}"/>
              </a:ext>
            </a:extLst>
          </p:cNvPr>
          <p:cNvCxnSpPr>
            <a:cxnSpLocks/>
          </p:cNvCxnSpPr>
          <p:nvPr/>
        </p:nvCxnSpPr>
        <p:spPr>
          <a:xfrm flipH="1">
            <a:off x="1" y="616226"/>
            <a:ext cx="10852878" cy="0"/>
          </a:xfrm>
          <a:prstGeom prst="line">
            <a:avLst/>
          </a:prstGeom>
          <a:ln w="63500" cap="flat" cmpd="dbl">
            <a:solidFill>
              <a:schemeClr val="accent1">
                <a:lumMod val="75000"/>
              </a:schemeClr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xmlns="" id="{BE007AAB-0C5D-4F2A-989D-977795C09C0B}"/>
              </a:ext>
            </a:extLst>
          </p:cNvPr>
          <p:cNvCxnSpPr>
            <a:cxnSpLocks/>
          </p:cNvCxnSpPr>
          <p:nvPr/>
        </p:nvCxnSpPr>
        <p:spPr>
          <a:xfrm flipH="1">
            <a:off x="1339122" y="6274076"/>
            <a:ext cx="10852878" cy="0"/>
          </a:xfrm>
          <a:prstGeom prst="line">
            <a:avLst/>
          </a:prstGeom>
          <a:ln w="63500" cap="flat" cmpd="dbl">
            <a:solidFill>
              <a:schemeClr val="accent1">
                <a:lumMod val="75000"/>
              </a:schemeClr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D696FEC0-43C6-43E6-B056-6A0480954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6350276"/>
            <a:ext cx="2743200" cy="365125"/>
          </a:xfrm>
        </p:spPr>
        <p:txBody>
          <a:bodyPr/>
          <a:lstStyle/>
          <a:p>
            <a:fld id="{7DBCAEB2-D51B-4ACF-8ABA-0A2F5F9CA479}" type="slidenum">
              <a:rPr lang="ru-RU" sz="3600" smtClean="0">
                <a:solidFill>
                  <a:srgbClr val="002060"/>
                </a:solidFill>
              </a:rPr>
              <a:pPr/>
              <a:t>3</a:t>
            </a:fld>
            <a:endParaRPr lang="ru-RU" sz="360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4458917D-3E10-40C3-8793-2E82DA9E9887}"/>
              </a:ext>
            </a:extLst>
          </p:cNvPr>
          <p:cNvSpPr txBox="1"/>
          <p:nvPr/>
        </p:nvSpPr>
        <p:spPr>
          <a:xfrm>
            <a:off x="469106" y="79307"/>
            <a:ext cx="6105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</a:rPr>
              <a:t>ОСНОВНЫЕ ПОЛОЖЕНИЯ</a:t>
            </a:r>
            <a:endParaRPr lang="ru-RU" sz="32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121F2361-0E35-460B-B5C6-2C0CE5559130}"/>
              </a:ext>
            </a:extLst>
          </p:cNvPr>
          <p:cNvSpPr txBox="1"/>
          <p:nvPr/>
        </p:nvSpPr>
        <p:spPr>
          <a:xfrm>
            <a:off x="870017" y="664082"/>
            <a:ext cx="10852877" cy="3714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Последовательность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приведения структурных частей работы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07000"/>
              </a:lnSpc>
              <a:buFont typeface="Wingdings" panose="05000000000000000000" pitchFamily="2" charset="2"/>
              <a:buChar char="q"/>
            </a:pPr>
            <a:r>
              <a:rPr lang="ru-RU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Титульный 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лист. 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07000"/>
              </a:lnSpc>
              <a:buFont typeface="Wingdings" panose="05000000000000000000" pitchFamily="2" charset="2"/>
              <a:buChar char="q"/>
            </a:pPr>
            <a:r>
              <a:rPr lang="ru-RU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Содержание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07000"/>
              </a:lnSpc>
              <a:buFont typeface="Wingdings" panose="05000000000000000000" pitchFamily="2" charset="2"/>
              <a:buChar char="q"/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Определения, обозначения и сокращения (при необходимости). 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07000"/>
              </a:lnSpc>
              <a:buFont typeface="Wingdings" panose="05000000000000000000" pitchFamily="2" charset="2"/>
              <a:buChar char="q"/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Введение.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07000"/>
              </a:lnSpc>
              <a:buFont typeface="Wingdings" panose="05000000000000000000" pitchFamily="2" charset="2"/>
              <a:buChar char="q"/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Основная часть. 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07000"/>
              </a:lnSpc>
              <a:buFont typeface="Wingdings" panose="05000000000000000000" pitchFamily="2" charset="2"/>
              <a:buChar char="q"/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Заключение. 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07000"/>
              </a:lnSpc>
              <a:buFont typeface="Wingdings" panose="05000000000000000000" pitchFamily="2" charset="2"/>
              <a:buChar char="q"/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Список использованных источников и литературы. 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ru-RU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Приложения 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(при необходимости).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38346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F2F49FF9-CC0A-4ED1-98AC-21DFFD969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145" y="792439"/>
            <a:ext cx="7724775" cy="5305425"/>
          </a:xfrm>
          <a:prstGeom prst="rect">
            <a:avLst/>
          </a:prstGeom>
        </p:spPr>
      </p:pic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xmlns="" id="{57E4D59A-2C1B-4648-B28A-A42B20F56A0C}"/>
              </a:ext>
            </a:extLst>
          </p:cNvPr>
          <p:cNvCxnSpPr>
            <a:cxnSpLocks/>
          </p:cNvCxnSpPr>
          <p:nvPr/>
        </p:nvCxnSpPr>
        <p:spPr>
          <a:xfrm flipH="1">
            <a:off x="1" y="616226"/>
            <a:ext cx="10852878" cy="0"/>
          </a:xfrm>
          <a:prstGeom prst="line">
            <a:avLst/>
          </a:prstGeom>
          <a:ln w="63500" cap="flat" cmpd="dbl">
            <a:solidFill>
              <a:schemeClr val="accent1">
                <a:lumMod val="75000"/>
              </a:schemeClr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xmlns="" id="{A37D4C05-D56E-4E88-AA92-DA3C62268519}"/>
              </a:ext>
            </a:extLst>
          </p:cNvPr>
          <p:cNvCxnSpPr>
            <a:cxnSpLocks/>
          </p:cNvCxnSpPr>
          <p:nvPr/>
        </p:nvCxnSpPr>
        <p:spPr>
          <a:xfrm flipH="1">
            <a:off x="1339122" y="6274076"/>
            <a:ext cx="10852878" cy="0"/>
          </a:xfrm>
          <a:prstGeom prst="line">
            <a:avLst/>
          </a:prstGeom>
          <a:ln w="63500" cap="flat" cmpd="dbl">
            <a:solidFill>
              <a:schemeClr val="accent1">
                <a:lumMod val="75000"/>
              </a:schemeClr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E85C5424-5694-4886-8C0B-469F115A2960}"/>
              </a:ext>
            </a:extLst>
          </p:cNvPr>
          <p:cNvSpPr txBox="1"/>
          <p:nvPr/>
        </p:nvSpPr>
        <p:spPr>
          <a:xfrm>
            <a:off x="469106" y="79307"/>
            <a:ext cx="6105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</a:rPr>
              <a:t>ПЛАН ОТЧЕТА</a:t>
            </a:r>
            <a:endParaRPr lang="ru-RU" sz="32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xmlns="" id="{1D985DA9-E3B1-4CEF-9AC0-F970E96950A6}"/>
              </a:ext>
            </a:extLst>
          </p:cNvPr>
          <p:cNvSpPr txBox="1">
            <a:spLocks/>
          </p:cNvSpPr>
          <p:nvPr/>
        </p:nvSpPr>
        <p:spPr>
          <a:xfrm>
            <a:off x="8991600" y="6350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BCAEB2-D51B-4ACF-8ABA-0A2F5F9CA479}" type="slidenum">
              <a:rPr lang="ru-RU" sz="3600" smtClean="0">
                <a:solidFill>
                  <a:srgbClr val="002060"/>
                </a:solidFill>
              </a:rPr>
              <a:pPr/>
              <a:t>4</a:t>
            </a:fld>
            <a:endParaRPr lang="ru-RU" sz="3600" dirty="0">
              <a:solidFill>
                <a:srgbClr val="002060"/>
              </a:solidFill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xmlns="" id="{3119C880-9722-4CDF-BF92-6CEF9E106687}"/>
              </a:ext>
            </a:extLst>
          </p:cNvPr>
          <p:cNvSpPr/>
          <p:nvPr/>
        </p:nvSpPr>
        <p:spPr>
          <a:xfrm>
            <a:off x="2369080" y="840294"/>
            <a:ext cx="6786209" cy="1756150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131389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xmlns="" id="{6CEFB9EC-C613-4026-BE3E-7D4C5387C355}"/>
              </a:ext>
            </a:extLst>
          </p:cNvPr>
          <p:cNvCxnSpPr>
            <a:cxnSpLocks/>
          </p:cNvCxnSpPr>
          <p:nvPr/>
        </p:nvCxnSpPr>
        <p:spPr>
          <a:xfrm flipH="1">
            <a:off x="1" y="616226"/>
            <a:ext cx="10852878" cy="0"/>
          </a:xfrm>
          <a:prstGeom prst="line">
            <a:avLst/>
          </a:prstGeom>
          <a:ln w="63500" cap="flat" cmpd="dbl">
            <a:solidFill>
              <a:schemeClr val="accent1">
                <a:lumMod val="75000"/>
              </a:schemeClr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xmlns="" id="{BE007AAB-0C5D-4F2A-989D-977795C09C0B}"/>
              </a:ext>
            </a:extLst>
          </p:cNvPr>
          <p:cNvCxnSpPr>
            <a:cxnSpLocks/>
          </p:cNvCxnSpPr>
          <p:nvPr/>
        </p:nvCxnSpPr>
        <p:spPr>
          <a:xfrm flipH="1">
            <a:off x="1339122" y="6274076"/>
            <a:ext cx="10852878" cy="0"/>
          </a:xfrm>
          <a:prstGeom prst="line">
            <a:avLst/>
          </a:prstGeom>
          <a:ln w="63500" cap="flat" cmpd="dbl">
            <a:solidFill>
              <a:schemeClr val="accent1">
                <a:lumMod val="75000"/>
              </a:schemeClr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D696FEC0-43C6-43E6-B056-6A0480954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6350276"/>
            <a:ext cx="2743200" cy="365125"/>
          </a:xfrm>
        </p:spPr>
        <p:txBody>
          <a:bodyPr/>
          <a:lstStyle/>
          <a:p>
            <a:fld id="{7DBCAEB2-D51B-4ACF-8ABA-0A2F5F9CA479}" type="slidenum">
              <a:rPr lang="ru-RU" sz="3600" smtClean="0">
                <a:solidFill>
                  <a:srgbClr val="002060"/>
                </a:solidFill>
              </a:rPr>
              <a:pPr/>
              <a:t>5</a:t>
            </a:fld>
            <a:endParaRPr lang="ru-RU" sz="3600">
              <a:solidFill>
                <a:srgbClr val="00206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3E5E6D5-BDBC-4A94-BBF8-53B3B56E981A}"/>
              </a:ext>
            </a:extLst>
          </p:cNvPr>
          <p:cNvSpPr txBox="1"/>
          <p:nvPr/>
        </p:nvSpPr>
        <p:spPr>
          <a:xfrm>
            <a:off x="416718" y="1033929"/>
            <a:ext cx="1177528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algn="just">
              <a:lnSpc>
                <a:spcPct val="150000"/>
              </a:lnSpc>
            </a:pPr>
            <a: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Содержание включает в себя: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71600" lvl="2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определения, обозначения и сокращения (при наличии);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71600" lvl="2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введение; 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71600" lvl="2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номера и наименования всех разделов, подразделов; 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71600" lvl="2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заключение; 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71600" lvl="2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список использованных источников и литературы; 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71600" lvl="2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приложения (</a:t>
            </a:r>
            <a:r>
              <a:rPr lang="ru-RU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 наличии</a:t>
            </a:r>
            <a: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 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FC44771C-40F9-4CC5-9986-5139ECE65753}"/>
              </a:ext>
            </a:extLst>
          </p:cNvPr>
          <p:cNvSpPr txBox="1"/>
          <p:nvPr/>
        </p:nvSpPr>
        <p:spPr>
          <a:xfrm>
            <a:off x="3517106" y="616226"/>
            <a:ext cx="6105524" cy="655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</a:pPr>
            <a:r>
              <a:rPr lang="ru-RU" sz="36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Оформление содержания</a:t>
            </a:r>
            <a:endParaRPr lang="ru-RU" sz="2800" b="1" u="sng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5883FC85-18AA-42DC-996A-07D309111521}"/>
              </a:ext>
            </a:extLst>
          </p:cNvPr>
          <p:cNvSpPr txBox="1"/>
          <p:nvPr/>
        </p:nvSpPr>
        <p:spPr>
          <a:xfrm>
            <a:off x="469106" y="79307"/>
            <a:ext cx="6105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</a:rPr>
              <a:t>ОСНОВНЫЕ ПОЛОЖЕНИЯ</a:t>
            </a:r>
            <a:endParaRPr lang="ru-RU" sz="32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46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xmlns="" id="{6CEFB9EC-C613-4026-BE3E-7D4C5387C355}"/>
              </a:ext>
            </a:extLst>
          </p:cNvPr>
          <p:cNvCxnSpPr>
            <a:cxnSpLocks/>
          </p:cNvCxnSpPr>
          <p:nvPr/>
        </p:nvCxnSpPr>
        <p:spPr>
          <a:xfrm flipH="1">
            <a:off x="1" y="616226"/>
            <a:ext cx="10852878" cy="0"/>
          </a:xfrm>
          <a:prstGeom prst="line">
            <a:avLst/>
          </a:prstGeom>
          <a:ln w="63500" cap="flat" cmpd="dbl">
            <a:solidFill>
              <a:schemeClr val="accent1">
                <a:lumMod val="75000"/>
              </a:schemeClr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xmlns="" id="{BE007AAB-0C5D-4F2A-989D-977795C09C0B}"/>
              </a:ext>
            </a:extLst>
          </p:cNvPr>
          <p:cNvCxnSpPr>
            <a:cxnSpLocks/>
          </p:cNvCxnSpPr>
          <p:nvPr/>
        </p:nvCxnSpPr>
        <p:spPr>
          <a:xfrm flipH="1">
            <a:off x="1339122" y="6274076"/>
            <a:ext cx="10852878" cy="0"/>
          </a:xfrm>
          <a:prstGeom prst="line">
            <a:avLst/>
          </a:prstGeom>
          <a:ln w="63500" cap="flat" cmpd="dbl">
            <a:solidFill>
              <a:schemeClr val="accent1">
                <a:lumMod val="75000"/>
              </a:schemeClr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D696FEC0-43C6-43E6-B056-6A0480954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6350276"/>
            <a:ext cx="2743200" cy="365125"/>
          </a:xfrm>
        </p:spPr>
        <p:txBody>
          <a:bodyPr/>
          <a:lstStyle/>
          <a:p>
            <a:fld id="{7DBCAEB2-D51B-4ACF-8ABA-0A2F5F9CA479}" type="slidenum">
              <a:rPr lang="ru-RU" sz="3600" smtClean="0">
                <a:solidFill>
                  <a:srgbClr val="002060"/>
                </a:solidFill>
              </a:rPr>
              <a:pPr/>
              <a:t>6</a:t>
            </a:fld>
            <a:endParaRPr lang="ru-RU" sz="360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5962271-A835-47B1-9C15-4C5AB3169A9D}"/>
              </a:ext>
            </a:extLst>
          </p:cNvPr>
          <p:cNvSpPr txBox="1"/>
          <p:nvPr/>
        </p:nvSpPr>
        <p:spPr>
          <a:xfrm>
            <a:off x="248652" y="922591"/>
            <a:ext cx="11694695" cy="5140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algn="just">
              <a:lnSpc>
                <a:spcPct val="107000"/>
              </a:lnSpc>
              <a:buFont typeface="Wingdings" panose="05000000000000000000" pitchFamily="2" charset="2"/>
              <a:buChar char="q"/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Каждая структурная часть и раздел начинаются с новой страницы. </a:t>
            </a:r>
          </a:p>
          <a:p>
            <a:pPr marL="457200" lvl="0" indent="-457200" algn="just">
              <a:lnSpc>
                <a:spcPct val="107000"/>
              </a:lnSpc>
              <a:buFont typeface="Wingdings" panose="05000000000000000000" pitchFamily="2" charset="2"/>
              <a:buChar char="q"/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Заголовки структурных элементов располагают в середине строки без точки в конце и печатают прописными буквами, не подчеркивая.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07000"/>
              </a:lnSpc>
              <a:buFont typeface="Wingdings" panose="05000000000000000000" pitchFamily="2" charset="2"/>
              <a:buChar char="q"/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Основная часть делится на разделы, подразделы, пункты, подпункты, которые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нумеруют арабскими цифрами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 записывают с абзацного отступа без точки после номера. </a:t>
            </a:r>
          </a:p>
          <a:p>
            <a:pPr marL="457200" lvl="0" indent="-457200" algn="just">
              <a:lnSpc>
                <a:spcPct val="107000"/>
              </a:lnSpc>
              <a:buFont typeface="Wingdings" panose="05000000000000000000" pitchFamily="2" charset="2"/>
              <a:buChar char="q"/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Разделы, подразделы имеют заголовки. Заголовки печатают с абзацного отступа с прописной буквы без точки в конце, не подчеркивая. Если заголовок из двух предложений, их разделяют точкой. Переносы в заголовках не допускаются.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07000"/>
              </a:lnSpc>
              <a:buFont typeface="Wingdings" panose="05000000000000000000" pitchFamily="2" charset="2"/>
              <a:buChar char="q"/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Разделы имеют порядковую нумерацию в пределах всего текста работы.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0AE36923-DCE4-4022-BF89-5A187F5F3EA4}"/>
              </a:ext>
            </a:extLst>
          </p:cNvPr>
          <p:cNvSpPr txBox="1"/>
          <p:nvPr/>
        </p:nvSpPr>
        <p:spPr>
          <a:xfrm>
            <a:off x="469106" y="79307"/>
            <a:ext cx="6105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</a:rPr>
              <a:t>ОСНОВНЫЕ ПОЛОЖЕНИЯ</a:t>
            </a:r>
            <a:endParaRPr lang="ru-RU" sz="32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45150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xmlns="" id="{6CEFB9EC-C613-4026-BE3E-7D4C5387C355}"/>
              </a:ext>
            </a:extLst>
          </p:cNvPr>
          <p:cNvCxnSpPr>
            <a:cxnSpLocks/>
          </p:cNvCxnSpPr>
          <p:nvPr/>
        </p:nvCxnSpPr>
        <p:spPr>
          <a:xfrm flipH="1">
            <a:off x="1" y="616226"/>
            <a:ext cx="10852878" cy="0"/>
          </a:xfrm>
          <a:prstGeom prst="line">
            <a:avLst/>
          </a:prstGeom>
          <a:ln w="63500" cap="flat" cmpd="dbl">
            <a:solidFill>
              <a:schemeClr val="accent1">
                <a:lumMod val="75000"/>
              </a:schemeClr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xmlns="" id="{BE007AAB-0C5D-4F2A-989D-977795C09C0B}"/>
              </a:ext>
            </a:extLst>
          </p:cNvPr>
          <p:cNvCxnSpPr>
            <a:cxnSpLocks/>
          </p:cNvCxnSpPr>
          <p:nvPr/>
        </p:nvCxnSpPr>
        <p:spPr>
          <a:xfrm flipH="1">
            <a:off x="1339122" y="6274076"/>
            <a:ext cx="10852878" cy="0"/>
          </a:xfrm>
          <a:prstGeom prst="line">
            <a:avLst/>
          </a:prstGeom>
          <a:ln w="63500" cap="flat" cmpd="dbl">
            <a:solidFill>
              <a:schemeClr val="accent1">
                <a:lumMod val="75000"/>
              </a:schemeClr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D696FEC0-43C6-43E6-B056-6A0480954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6350276"/>
            <a:ext cx="2743200" cy="365125"/>
          </a:xfrm>
        </p:spPr>
        <p:txBody>
          <a:bodyPr/>
          <a:lstStyle/>
          <a:p>
            <a:fld id="{7DBCAEB2-D51B-4ACF-8ABA-0A2F5F9CA479}" type="slidenum">
              <a:rPr lang="ru-RU" sz="3600" smtClean="0">
                <a:solidFill>
                  <a:srgbClr val="002060"/>
                </a:solidFill>
              </a:rPr>
              <a:pPr/>
              <a:t>7</a:t>
            </a:fld>
            <a:endParaRPr lang="ru-RU" sz="360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63FC46F1-8BEE-4ED1-8181-0B5A373437C6}"/>
              </a:ext>
            </a:extLst>
          </p:cNvPr>
          <p:cNvSpPr txBox="1"/>
          <p:nvPr/>
        </p:nvSpPr>
        <p:spPr>
          <a:xfrm>
            <a:off x="304800" y="664082"/>
            <a:ext cx="11582400" cy="5789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</a:pPr>
            <a: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Общие настройки: 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Поля (мм) – левое – 30, правое – 10, верхнее и нижнее – 20.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Нумерация страниц – Сквозная, включая приложения, арабскими цифрами, в нижней части листа, по центру, без точки. 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algn="just">
              <a:lnSpc>
                <a:spcPct val="150000"/>
              </a:lnSpc>
              <a:spcAft>
                <a:spcPts val="800"/>
              </a:spcAft>
            </a:pPr>
            <a:r>
              <a:rPr lang="ru-RU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ВАЖНО!</a:t>
            </a:r>
            <a: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На </a:t>
            </a:r>
            <a:r>
              <a:rPr lang="ru-RU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титульном</a:t>
            </a:r>
            <a: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листе </a:t>
            </a:r>
            <a:r>
              <a:rPr lang="ru-RU" sz="32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номер страницы </a:t>
            </a:r>
            <a: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 ПРОСТАВЛЯЕТСЯ, но УЧИТЫВАЕТСЯ при сквозной нумерации. 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1ED12E29-634C-4892-B225-A3284B06B3AD}"/>
              </a:ext>
            </a:extLst>
          </p:cNvPr>
          <p:cNvSpPr txBox="1"/>
          <p:nvPr/>
        </p:nvSpPr>
        <p:spPr>
          <a:xfrm>
            <a:off x="164306" y="0"/>
            <a:ext cx="6105524" cy="583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32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ЭЛЕМЕНТЫ ТЕКСТА</a:t>
            </a:r>
          </a:p>
        </p:txBody>
      </p:sp>
    </p:spTree>
    <p:extLst>
      <p:ext uri="{BB962C8B-B14F-4D97-AF65-F5344CB8AC3E}">
        <p14:creationId xmlns:p14="http://schemas.microsoft.com/office/powerpoint/2010/main" xmlns="" val="824738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xmlns="" id="{6CEFB9EC-C613-4026-BE3E-7D4C5387C355}"/>
              </a:ext>
            </a:extLst>
          </p:cNvPr>
          <p:cNvCxnSpPr>
            <a:cxnSpLocks/>
          </p:cNvCxnSpPr>
          <p:nvPr/>
        </p:nvCxnSpPr>
        <p:spPr>
          <a:xfrm flipH="1">
            <a:off x="1" y="616226"/>
            <a:ext cx="10852878" cy="0"/>
          </a:xfrm>
          <a:prstGeom prst="line">
            <a:avLst/>
          </a:prstGeom>
          <a:ln w="63500" cap="flat" cmpd="dbl">
            <a:solidFill>
              <a:schemeClr val="accent1">
                <a:lumMod val="75000"/>
              </a:schemeClr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xmlns="" id="{BE007AAB-0C5D-4F2A-989D-977795C09C0B}"/>
              </a:ext>
            </a:extLst>
          </p:cNvPr>
          <p:cNvCxnSpPr>
            <a:cxnSpLocks/>
          </p:cNvCxnSpPr>
          <p:nvPr/>
        </p:nvCxnSpPr>
        <p:spPr>
          <a:xfrm flipH="1">
            <a:off x="1339122" y="6274076"/>
            <a:ext cx="10852878" cy="0"/>
          </a:xfrm>
          <a:prstGeom prst="line">
            <a:avLst/>
          </a:prstGeom>
          <a:ln w="63500" cap="flat" cmpd="dbl">
            <a:solidFill>
              <a:schemeClr val="accent1">
                <a:lumMod val="75000"/>
              </a:schemeClr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D696FEC0-43C6-43E6-B056-6A0480954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6350276"/>
            <a:ext cx="2743200" cy="365125"/>
          </a:xfrm>
        </p:spPr>
        <p:txBody>
          <a:bodyPr/>
          <a:lstStyle/>
          <a:p>
            <a:fld id="{7DBCAEB2-D51B-4ACF-8ABA-0A2F5F9CA479}" type="slidenum">
              <a:rPr lang="ru-RU" sz="3600" smtClean="0">
                <a:solidFill>
                  <a:srgbClr val="002060"/>
                </a:solidFill>
              </a:rPr>
              <a:pPr/>
              <a:t>8</a:t>
            </a:fld>
            <a:endParaRPr lang="ru-RU" sz="3600">
              <a:solidFill>
                <a:srgbClr val="00206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FC44771C-40F9-4CC5-9986-5139ECE65753}"/>
              </a:ext>
            </a:extLst>
          </p:cNvPr>
          <p:cNvSpPr txBox="1"/>
          <p:nvPr/>
        </p:nvSpPr>
        <p:spPr>
          <a:xfrm>
            <a:off x="881922" y="854683"/>
            <a:ext cx="7664241" cy="655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</a:pPr>
            <a:r>
              <a:rPr lang="ru-RU" sz="36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Оформление содержания</a:t>
            </a:r>
            <a:endParaRPr lang="ru-RU" sz="2800" b="1" u="sng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0CF9D67A-6A9E-4451-8D1C-6E48B45257E7}"/>
              </a:ext>
            </a:extLst>
          </p:cNvPr>
          <p:cNvSpPr txBox="1"/>
          <p:nvPr/>
        </p:nvSpPr>
        <p:spPr>
          <a:xfrm>
            <a:off x="164306" y="0"/>
            <a:ext cx="6105524" cy="583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32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ЭЛЕМЕНТЫ ТЕКСТА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F62A214E-367B-435D-8C95-99F8E926904F}"/>
              </a:ext>
            </a:extLst>
          </p:cNvPr>
          <p:cNvSpPr txBox="1"/>
          <p:nvPr/>
        </p:nvSpPr>
        <p:spPr>
          <a:xfrm>
            <a:off x="843391" y="1749024"/>
            <a:ext cx="10852878" cy="3901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Форматирование содержание соответствует форматированию основного текста. 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Указываются номера страницы, с которой начинаются структурные элементы. Наименования, включенные в содержание, записывают строчными буквами, начиная с прописной буквы. Указание "стр." должно отсутствовать. 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18225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xmlns="" id="{6CEFB9EC-C613-4026-BE3E-7D4C5387C355}"/>
              </a:ext>
            </a:extLst>
          </p:cNvPr>
          <p:cNvCxnSpPr>
            <a:cxnSpLocks/>
          </p:cNvCxnSpPr>
          <p:nvPr/>
        </p:nvCxnSpPr>
        <p:spPr>
          <a:xfrm flipH="1">
            <a:off x="1" y="616226"/>
            <a:ext cx="10852878" cy="0"/>
          </a:xfrm>
          <a:prstGeom prst="line">
            <a:avLst/>
          </a:prstGeom>
          <a:ln w="63500" cap="flat" cmpd="dbl">
            <a:solidFill>
              <a:schemeClr val="accent1">
                <a:lumMod val="75000"/>
              </a:schemeClr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xmlns="" id="{BE007AAB-0C5D-4F2A-989D-977795C09C0B}"/>
              </a:ext>
            </a:extLst>
          </p:cNvPr>
          <p:cNvCxnSpPr>
            <a:cxnSpLocks/>
          </p:cNvCxnSpPr>
          <p:nvPr/>
        </p:nvCxnSpPr>
        <p:spPr>
          <a:xfrm flipH="1">
            <a:off x="1339122" y="6274076"/>
            <a:ext cx="10852878" cy="0"/>
          </a:xfrm>
          <a:prstGeom prst="line">
            <a:avLst/>
          </a:prstGeom>
          <a:ln w="63500" cap="flat" cmpd="dbl">
            <a:solidFill>
              <a:schemeClr val="accent1">
                <a:lumMod val="75000"/>
              </a:schemeClr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D696FEC0-43C6-43E6-B056-6A0480954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6350276"/>
            <a:ext cx="2743200" cy="365125"/>
          </a:xfrm>
        </p:spPr>
        <p:txBody>
          <a:bodyPr/>
          <a:lstStyle/>
          <a:p>
            <a:fld id="{7DBCAEB2-D51B-4ACF-8ABA-0A2F5F9CA479}" type="slidenum">
              <a:rPr lang="ru-RU" sz="3600" smtClean="0">
                <a:solidFill>
                  <a:srgbClr val="002060"/>
                </a:solidFill>
              </a:rPr>
              <a:pPr/>
              <a:t>9</a:t>
            </a:fld>
            <a:endParaRPr lang="ru-RU" sz="3600">
              <a:solidFill>
                <a:srgbClr val="00206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FC44771C-40F9-4CC5-9986-5139ECE65753}"/>
              </a:ext>
            </a:extLst>
          </p:cNvPr>
          <p:cNvSpPr txBox="1"/>
          <p:nvPr/>
        </p:nvSpPr>
        <p:spPr>
          <a:xfrm>
            <a:off x="3521868" y="740281"/>
            <a:ext cx="7664241" cy="655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</a:pPr>
            <a:r>
              <a:rPr lang="ru-RU" sz="36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Пример оформления содержания</a:t>
            </a:r>
            <a:endParaRPr lang="ru-RU" sz="2800" b="1" u="sng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xmlns="" id="{8CBEB4A9-07AE-482D-905F-1A4E14B6EF6A}"/>
              </a:ext>
            </a:extLst>
          </p:cNvPr>
          <p:cNvPicPr/>
          <p:nvPr/>
        </p:nvPicPr>
        <p:blipFill rotWithShape="1">
          <a:blip r:embed="rId2"/>
          <a:srcRect b="45126"/>
          <a:stretch/>
        </p:blipFill>
        <p:spPr>
          <a:xfrm>
            <a:off x="77234" y="1734516"/>
            <a:ext cx="5349206" cy="3549288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xmlns="" id="{AE190D27-552C-4DE5-95D8-3997041B33E8}"/>
              </a:ext>
            </a:extLst>
          </p:cNvPr>
          <p:cNvPicPr/>
          <p:nvPr/>
        </p:nvPicPr>
        <p:blipFill rotWithShape="1">
          <a:blip r:embed="rId2"/>
          <a:srcRect t="54873"/>
          <a:stretch/>
        </p:blipFill>
        <p:spPr>
          <a:xfrm>
            <a:off x="5610284" y="1734517"/>
            <a:ext cx="6504482" cy="354928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0CF9D67A-6A9E-4451-8D1C-6E48B45257E7}"/>
              </a:ext>
            </a:extLst>
          </p:cNvPr>
          <p:cNvSpPr txBox="1"/>
          <p:nvPr/>
        </p:nvSpPr>
        <p:spPr>
          <a:xfrm>
            <a:off x="164306" y="0"/>
            <a:ext cx="6105524" cy="583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32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ЭЛЕМЕНТЫ ТЕКСТА</a:t>
            </a:r>
          </a:p>
        </p:txBody>
      </p:sp>
    </p:spTree>
    <p:extLst>
      <p:ext uri="{BB962C8B-B14F-4D97-AF65-F5344CB8AC3E}">
        <p14:creationId xmlns:p14="http://schemas.microsoft.com/office/powerpoint/2010/main" xmlns="" val="2721465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xmlns="" id="{6CEFB9EC-C613-4026-BE3E-7D4C5387C355}"/>
              </a:ext>
            </a:extLst>
          </p:cNvPr>
          <p:cNvCxnSpPr>
            <a:cxnSpLocks/>
          </p:cNvCxnSpPr>
          <p:nvPr/>
        </p:nvCxnSpPr>
        <p:spPr>
          <a:xfrm flipH="1">
            <a:off x="1" y="616226"/>
            <a:ext cx="10852878" cy="0"/>
          </a:xfrm>
          <a:prstGeom prst="line">
            <a:avLst/>
          </a:prstGeom>
          <a:ln w="63500" cap="flat" cmpd="dbl">
            <a:solidFill>
              <a:schemeClr val="accent1">
                <a:lumMod val="75000"/>
              </a:schemeClr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xmlns="" id="{BE007AAB-0C5D-4F2A-989D-977795C09C0B}"/>
              </a:ext>
            </a:extLst>
          </p:cNvPr>
          <p:cNvCxnSpPr>
            <a:cxnSpLocks/>
          </p:cNvCxnSpPr>
          <p:nvPr/>
        </p:nvCxnSpPr>
        <p:spPr>
          <a:xfrm flipH="1">
            <a:off x="1339122" y="6274076"/>
            <a:ext cx="10852878" cy="0"/>
          </a:xfrm>
          <a:prstGeom prst="line">
            <a:avLst/>
          </a:prstGeom>
          <a:ln w="63500" cap="flat" cmpd="dbl">
            <a:solidFill>
              <a:schemeClr val="accent1">
                <a:lumMod val="75000"/>
              </a:schemeClr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D696FEC0-43C6-43E6-B056-6A0480954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6350276"/>
            <a:ext cx="2743200" cy="365125"/>
          </a:xfrm>
        </p:spPr>
        <p:txBody>
          <a:bodyPr/>
          <a:lstStyle/>
          <a:p>
            <a:fld id="{7DBCAEB2-D51B-4ACF-8ABA-0A2F5F9CA479}" type="slidenum">
              <a:rPr lang="ru-RU" sz="3600" smtClean="0">
                <a:solidFill>
                  <a:srgbClr val="002060"/>
                </a:solidFill>
              </a:rPr>
              <a:pPr/>
              <a:t>10</a:t>
            </a:fld>
            <a:endParaRPr lang="ru-RU" sz="360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0C5AD891-7F7C-4AEB-A4AD-9CCE40C59F5D}"/>
              </a:ext>
            </a:extLst>
          </p:cNvPr>
          <p:cNvSpPr txBox="1"/>
          <p:nvPr/>
        </p:nvSpPr>
        <p:spPr>
          <a:xfrm>
            <a:off x="164306" y="0"/>
            <a:ext cx="6105524" cy="583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32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ЭЛЕМЕНТЫ ТЕКСТА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D776A46C-4666-46A0-9DEB-52BAC59646A8}"/>
              </a:ext>
            </a:extLst>
          </p:cNvPr>
          <p:cNvSpPr txBox="1"/>
          <p:nvPr/>
        </p:nvSpPr>
        <p:spPr>
          <a:xfrm>
            <a:off x="609601" y="811239"/>
            <a:ext cx="11357810" cy="5009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ru-RU" sz="28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Заголовки первого уровня </a:t>
            </a:r>
          </a:p>
          <a:p>
            <a:pPr lvl="0" algn="just">
              <a:lnSpc>
                <a:spcPct val="150000"/>
              </a:lnSpc>
            </a:pPr>
            <a:endParaRPr lang="ru-RU" sz="2000" b="1" u="sng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Размер шрифта – кегль 14 пт.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Название шрифта – </a:t>
            </a:r>
            <a:r>
              <a:rPr lang="ru-RU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TimesNewRoman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Заголовки печатают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прописными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буквами,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 подчеркивая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Междустрочный интервал – Полуторный.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Абзац – Отступ отсутствует, выравнивание по центру, между абзацами нет увеличенных интервалов.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825464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xmlns="" id="{6CEFB9EC-C613-4026-BE3E-7D4C5387C355}"/>
              </a:ext>
            </a:extLst>
          </p:cNvPr>
          <p:cNvCxnSpPr>
            <a:cxnSpLocks/>
          </p:cNvCxnSpPr>
          <p:nvPr/>
        </p:nvCxnSpPr>
        <p:spPr>
          <a:xfrm flipH="1">
            <a:off x="1" y="616226"/>
            <a:ext cx="10852878" cy="0"/>
          </a:xfrm>
          <a:prstGeom prst="line">
            <a:avLst/>
          </a:prstGeom>
          <a:ln w="63500" cap="flat" cmpd="dbl">
            <a:solidFill>
              <a:schemeClr val="accent1">
                <a:lumMod val="75000"/>
              </a:schemeClr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xmlns="" id="{BE007AAB-0C5D-4F2A-989D-977795C09C0B}"/>
              </a:ext>
            </a:extLst>
          </p:cNvPr>
          <p:cNvCxnSpPr>
            <a:cxnSpLocks/>
          </p:cNvCxnSpPr>
          <p:nvPr/>
        </p:nvCxnSpPr>
        <p:spPr>
          <a:xfrm flipH="1">
            <a:off x="1339122" y="6274076"/>
            <a:ext cx="10852878" cy="0"/>
          </a:xfrm>
          <a:prstGeom prst="line">
            <a:avLst/>
          </a:prstGeom>
          <a:ln w="63500" cap="flat" cmpd="dbl">
            <a:solidFill>
              <a:schemeClr val="accent1">
                <a:lumMod val="75000"/>
              </a:schemeClr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D696FEC0-43C6-43E6-B056-6A0480954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6350276"/>
            <a:ext cx="2743200" cy="365125"/>
          </a:xfrm>
        </p:spPr>
        <p:txBody>
          <a:bodyPr/>
          <a:lstStyle/>
          <a:p>
            <a:fld id="{7DBCAEB2-D51B-4ACF-8ABA-0A2F5F9CA479}" type="slidenum">
              <a:rPr lang="ru-RU" sz="3600" smtClean="0">
                <a:solidFill>
                  <a:srgbClr val="002060"/>
                </a:solidFill>
              </a:rPr>
              <a:pPr/>
              <a:t>11</a:t>
            </a:fld>
            <a:endParaRPr lang="ru-RU" sz="360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0C5AD891-7F7C-4AEB-A4AD-9CCE40C59F5D}"/>
              </a:ext>
            </a:extLst>
          </p:cNvPr>
          <p:cNvSpPr txBox="1"/>
          <p:nvPr/>
        </p:nvSpPr>
        <p:spPr>
          <a:xfrm>
            <a:off x="164306" y="0"/>
            <a:ext cx="6105524" cy="583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32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ЭЛЕМЕНТЫ ТЕКСТА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48109669-BE62-4CF2-8B17-D1A234E10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7082" y="732181"/>
            <a:ext cx="6757835" cy="5393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53631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xmlns="" id="{6CEFB9EC-C613-4026-BE3E-7D4C5387C355}"/>
              </a:ext>
            </a:extLst>
          </p:cNvPr>
          <p:cNvCxnSpPr>
            <a:cxnSpLocks/>
          </p:cNvCxnSpPr>
          <p:nvPr/>
        </p:nvCxnSpPr>
        <p:spPr>
          <a:xfrm flipH="1">
            <a:off x="1" y="616226"/>
            <a:ext cx="10852878" cy="0"/>
          </a:xfrm>
          <a:prstGeom prst="line">
            <a:avLst/>
          </a:prstGeom>
          <a:ln w="63500" cap="flat" cmpd="dbl">
            <a:solidFill>
              <a:schemeClr val="accent1">
                <a:lumMod val="75000"/>
              </a:schemeClr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xmlns="" id="{BE007AAB-0C5D-4F2A-989D-977795C09C0B}"/>
              </a:ext>
            </a:extLst>
          </p:cNvPr>
          <p:cNvCxnSpPr>
            <a:cxnSpLocks/>
          </p:cNvCxnSpPr>
          <p:nvPr/>
        </p:nvCxnSpPr>
        <p:spPr>
          <a:xfrm flipH="1">
            <a:off x="1339122" y="6274076"/>
            <a:ext cx="10852878" cy="0"/>
          </a:xfrm>
          <a:prstGeom prst="line">
            <a:avLst/>
          </a:prstGeom>
          <a:ln w="63500" cap="flat" cmpd="dbl">
            <a:solidFill>
              <a:schemeClr val="accent1">
                <a:lumMod val="75000"/>
              </a:schemeClr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D696FEC0-43C6-43E6-B056-6A0480954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6350276"/>
            <a:ext cx="2743200" cy="365125"/>
          </a:xfrm>
        </p:spPr>
        <p:txBody>
          <a:bodyPr/>
          <a:lstStyle/>
          <a:p>
            <a:fld id="{7DBCAEB2-D51B-4ACF-8ABA-0A2F5F9CA479}" type="slidenum">
              <a:rPr lang="ru-RU" sz="3600" smtClean="0">
                <a:solidFill>
                  <a:srgbClr val="002060"/>
                </a:solidFill>
              </a:rPr>
              <a:pPr/>
              <a:t>12</a:t>
            </a:fld>
            <a:endParaRPr lang="ru-RU" sz="360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6A93C139-9254-435A-B8B3-691805840609}"/>
              </a:ext>
            </a:extLst>
          </p:cNvPr>
          <p:cNvSpPr txBox="1"/>
          <p:nvPr/>
        </p:nvSpPr>
        <p:spPr>
          <a:xfrm>
            <a:off x="164306" y="0"/>
            <a:ext cx="6105524" cy="583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32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ЭЛЕМЕНТЫ ТЕКСТА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035D4710-CC0D-4795-9711-2C2845A55F92}"/>
              </a:ext>
            </a:extLst>
          </p:cNvPr>
          <p:cNvSpPr txBox="1"/>
          <p:nvPr/>
        </p:nvSpPr>
        <p:spPr>
          <a:xfrm>
            <a:off x="328863" y="984975"/>
            <a:ext cx="11405937" cy="4547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ru-RU" sz="28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Заголовки второго, третьего и т.д. уровня </a:t>
            </a:r>
            <a:endParaRPr lang="ru-RU" sz="2000" b="1" u="sng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Размер шрифта – кегль 14 пт.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Название шрифта – </a:t>
            </a:r>
            <a:r>
              <a:rPr lang="ru-RU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TimesNewRoman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Заголовки печатают с прописной буквы без точки в конце,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 подчеркивая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Междустрочный интервал – Полуторный.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Абзац – Отступ 1,25, выравнивание по ширине, между абзацами нет увеличенных интервалов.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58986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xmlns="" id="{6CEFB9EC-C613-4026-BE3E-7D4C5387C355}"/>
              </a:ext>
            </a:extLst>
          </p:cNvPr>
          <p:cNvCxnSpPr>
            <a:cxnSpLocks/>
          </p:cNvCxnSpPr>
          <p:nvPr/>
        </p:nvCxnSpPr>
        <p:spPr>
          <a:xfrm flipH="1">
            <a:off x="1" y="616226"/>
            <a:ext cx="10852878" cy="0"/>
          </a:xfrm>
          <a:prstGeom prst="line">
            <a:avLst/>
          </a:prstGeom>
          <a:ln w="63500" cap="flat" cmpd="dbl">
            <a:solidFill>
              <a:schemeClr val="accent1">
                <a:lumMod val="75000"/>
              </a:schemeClr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xmlns="" id="{BE007AAB-0C5D-4F2A-989D-977795C09C0B}"/>
              </a:ext>
            </a:extLst>
          </p:cNvPr>
          <p:cNvCxnSpPr>
            <a:cxnSpLocks/>
          </p:cNvCxnSpPr>
          <p:nvPr/>
        </p:nvCxnSpPr>
        <p:spPr>
          <a:xfrm flipH="1">
            <a:off x="1339122" y="6274076"/>
            <a:ext cx="10852878" cy="0"/>
          </a:xfrm>
          <a:prstGeom prst="line">
            <a:avLst/>
          </a:prstGeom>
          <a:ln w="63500" cap="flat" cmpd="dbl">
            <a:solidFill>
              <a:schemeClr val="accent1">
                <a:lumMod val="75000"/>
              </a:schemeClr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D696FEC0-43C6-43E6-B056-6A0480954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6350276"/>
            <a:ext cx="2743200" cy="365125"/>
          </a:xfrm>
        </p:spPr>
        <p:txBody>
          <a:bodyPr/>
          <a:lstStyle/>
          <a:p>
            <a:fld id="{7DBCAEB2-D51B-4ACF-8ABA-0A2F5F9CA479}" type="slidenum">
              <a:rPr lang="ru-RU" sz="3600" smtClean="0">
                <a:solidFill>
                  <a:srgbClr val="002060"/>
                </a:solidFill>
              </a:rPr>
              <a:pPr/>
              <a:t>13</a:t>
            </a:fld>
            <a:endParaRPr lang="ru-RU" sz="360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6A93C139-9254-435A-B8B3-691805840609}"/>
              </a:ext>
            </a:extLst>
          </p:cNvPr>
          <p:cNvSpPr txBox="1"/>
          <p:nvPr/>
        </p:nvSpPr>
        <p:spPr>
          <a:xfrm>
            <a:off x="164306" y="0"/>
            <a:ext cx="6105524" cy="583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32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ЭЛЕМЕНТЫ ТЕКСТА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AAA4E517-E404-4C85-9D87-D9AE198AF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1538" y="737989"/>
            <a:ext cx="6120062" cy="5382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25094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xmlns="" id="{6CEFB9EC-C613-4026-BE3E-7D4C5387C355}"/>
              </a:ext>
            </a:extLst>
          </p:cNvPr>
          <p:cNvCxnSpPr>
            <a:cxnSpLocks/>
          </p:cNvCxnSpPr>
          <p:nvPr/>
        </p:nvCxnSpPr>
        <p:spPr>
          <a:xfrm flipH="1">
            <a:off x="1" y="616226"/>
            <a:ext cx="10852878" cy="0"/>
          </a:xfrm>
          <a:prstGeom prst="line">
            <a:avLst/>
          </a:prstGeom>
          <a:ln w="63500" cap="flat" cmpd="dbl">
            <a:solidFill>
              <a:schemeClr val="accent1">
                <a:lumMod val="75000"/>
              </a:schemeClr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xmlns="" id="{BE007AAB-0C5D-4F2A-989D-977795C09C0B}"/>
              </a:ext>
            </a:extLst>
          </p:cNvPr>
          <p:cNvCxnSpPr>
            <a:cxnSpLocks/>
          </p:cNvCxnSpPr>
          <p:nvPr/>
        </p:nvCxnSpPr>
        <p:spPr>
          <a:xfrm flipH="1">
            <a:off x="1339122" y="6274076"/>
            <a:ext cx="10852878" cy="0"/>
          </a:xfrm>
          <a:prstGeom prst="line">
            <a:avLst/>
          </a:prstGeom>
          <a:ln w="63500" cap="flat" cmpd="dbl">
            <a:solidFill>
              <a:schemeClr val="accent1">
                <a:lumMod val="75000"/>
              </a:schemeClr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D696FEC0-43C6-43E6-B056-6A0480954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6350276"/>
            <a:ext cx="2743200" cy="365125"/>
          </a:xfrm>
        </p:spPr>
        <p:txBody>
          <a:bodyPr/>
          <a:lstStyle/>
          <a:p>
            <a:fld id="{7DBCAEB2-D51B-4ACF-8ABA-0A2F5F9CA479}" type="slidenum">
              <a:rPr lang="ru-RU" sz="3600" smtClean="0">
                <a:solidFill>
                  <a:srgbClr val="002060"/>
                </a:solidFill>
              </a:rPr>
              <a:pPr/>
              <a:t>14</a:t>
            </a:fld>
            <a:endParaRPr lang="ru-RU" sz="360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E50D4DCD-0924-440F-92A5-38A10AAF4651}"/>
              </a:ext>
            </a:extLst>
          </p:cNvPr>
          <p:cNvSpPr txBox="1"/>
          <p:nvPr/>
        </p:nvSpPr>
        <p:spPr>
          <a:xfrm>
            <a:off x="457200" y="695395"/>
            <a:ext cx="11101136" cy="507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</a:pPr>
            <a:r>
              <a:rPr lang="ru-RU" sz="28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Основной текст</a:t>
            </a:r>
            <a:endParaRPr lang="ru-RU" sz="2000" b="1" u="sng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Размер шрифта – кегль 12-14 пт.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Название шрифта – </a:t>
            </a:r>
            <a:r>
              <a:rPr lang="ru-RU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TimesNewRoman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допускается использовать компьютерные возможности акцентирования внимания на определенных терминах, формулах, </a:t>
            </a:r>
            <a:r>
              <a:rPr lang="ru-RU" sz="28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теоремах.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Междустрочный интервал – Полуторный.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Абзац – Отступ 1,25, выравнивание по ширине, между абзацами нет увеличенных интервалов.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5020542E-F573-4C17-BD65-885DC0716182}"/>
              </a:ext>
            </a:extLst>
          </p:cNvPr>
          <p:cNvSpPr txBox="1"/>
          <p:nvPr/>
        </p:nvSpPr>
        <p:spPr>
          <a:xfrm>
            <a:off x="164306" y="0"/>
            <a:ext cx="6105524" cy="583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32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ЭЛЕМЕНТЫ ТЕКСТА</a:t>
            </a:r>
          </a:p>
        </p:txBody>
      </p:sp>
    </p:spTree>
    <p:extLst>
      <p:ext uri="{BB962C8B-B14F-4D97-AF65-F5344CB8AC3E}">
        <p14:creationId xmlns:p14="http://schemas.microsoft.com/office/powerpoint/2010/main" xmlns="" val="20712499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xmlns="" id="{6CEFB9EC-C613-4026-BE3E-7D4C5387C355}"/>
              </a:ext>
            </a:extLst>
          </p:cNvPr>
          <p:cNvCxnSpPr>
            <a:cxnSpLocks/>
          </p:cNvCxnSpPr>
          <p:nvPr/>
        </p:nvCxnSpPr>
        <p:spPr>
          <a:xfrm flipH="1">
            <a:off x="1" y="616226"/>
            <a:ext cx="10852878" cy="0"/>
          </a:xfrm>
          <a:prstGeom prst="line">
            <a:avLst/>
          </a:prstGeom>
          <a:ln w="63500" cap="flat" cmpd="dbl">
            <a:solidFill>
              <a:schemeClr val="accent1">
                <a:lumMod val="75000"/>
              </a:schemeClr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xmlns="" id="{BE007AAB-0C5D-4F2A-989D-977795C09C0B}"/>
              </a:ext>
            </a:extLst>
          </p:cNvPr>
          <p:cNvCxnSpPr>
            <a:cxnSpLocks/>
          </p:cNvCxnSpPr>
          <p:nvPr/>
        </p:nvCxnSpPr>
        <p:spPr>
          <a:xfrm flipH="1">
            <a:off x="1339122" y="6274076"/>
            <a:ext cx="10852878" cy="0"/>
          </a:xfrm>
          <a:prstGeom prst="line">
            <a:avLst/>
          </a:prstGeom>
          <a:ln w="63500" cap="flat" cmpd="dbl">
            <a:solidFill>
              <a:schemeClr val="accent1">
                <a:lumMod val="75000"/>
              </a:schemeClr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D696FEC0-43C6-43E6-B056-6A0480954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6350276"/>
            <a:ext cx="2743200" cy="365125"/>
          </a:xfrm>
        </p:spPr>
        <p:txBody>
          <a:bodyPr/>
          <a:lstStyle/>
          <a:p>
            <a:fld id="{7DBCAEB2-D51B-4ACF-8ABA-0A2F5F9CA479}" type="slidenum">
              <a:rPr lang="ru-RU" sz="3600" smtClean="0">
                <a:solidFill>
                  <a:srgbClr val="002060"/>
                </a:solidFill>
              </a:rPr>
              <a:pPr/>
              <a:t>15</a:t>
            </a:fld>
            <a:endParaRPr lang="ru-RU" sz="3600">
              <a:solidFill>
                <a:srgbClr val="00206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468D2A16-2A4B-419E-B935-F1910B0218FB}"/>
              </a:ext>
            </a:extLst>
          </p:cNvPr>
          <p:cNvSpPr txBox="1"/>
          <p:nvPr/>
        </p:nvSpPr>
        <p:spPr>
          <a:xfrm>
            <a:off x="164306" y="0"/>
            <a:ext cx="6105524" cy="583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32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ЭЛЕМЕНТЫ ТЕКСТА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860F6BC3-4074-4D77-94B8-DC0E33E56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463" y="853581"/>
            <a:ext cx="8550442" cy="5299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770907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xmlns="" id="{6CEFB9EC-C613-4026-BE3E-7D4C5387C355}"/>
              </a:ext>
            </a:extLst>
          </p:cNvPr>
          <p:cNvCxnSpPr>
            <a:cxnSpLocks/>
          </p:cNvCxnSpPr>
          <p:nvPr/>
        </p:nvCxnSpPr>
        <p:spPr>
          <a:xfrm flipH="1">
            <a:off x="1" y="616226"/>
            <a:ext cx="10852878" cy="0"/>
          </a:xfrm>
          <a:prstGeom prst="line">
            <a:avLst/>
          </a:prstGeom>
          <a:ln w="63500" cap="flat" cmpd="dbl">
            <a:solidFill>
              <a:schemeClr val="accent1">
                <a:lumMod val="75000"/>
              </a:schemeClr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xmlns="" id="{BE007AAB-0C5D-4F2A-989D-977795C09C0B}"/>
              </a:ext>
            </a:extLst>
          </p:cNvPr>
          <p:cNvCxnSpPr>
            <a:cxnSpLocks/>
          </p:cNvCxnSpPr>
          <p:nvPr/>
        </p:nvCxnSpPr>
        <p:spPr>
          <a:xfrm flipH="1">
            <a:off x="1339122" y="6274076"/>
            <a:ext cx="10852878" cy="0"/>
          </a:xfrm>
          <a:prstGeom prst="line">
            <a:avLst/>
          </a:prstGeom>
          <a:ln w="63500" cap="flat" cmpd="dbl">
            <a:solidFill>
              <a:schemeClr val="accent1">
                <a:lumMod val="75000"/>
              </a:schemeClr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D696FEC0-43C6-43E6-B056-6A0480954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6350276"/>
            <a:ext cx="2743200" cy="365125"/>
          </a:xfrm>
        </p:spPr>
        <p:txBody>
          <a:bodyPr/>
          <a:lstStyle/>
          <a:p>
            <a:fld id="{7DBCAEB2-D51B-4ACF-8ABA-0A2F5F9CA479}" type="slidenum">
              <a:rPr lang="ru-RU" sz="3600" smtClean="0">
                <a:solidFill>
                  <a:srgbClr val="002060"/>
                </a:solidFill>
              </a:rPr>
              <a:pPr/>
              <a:t>16</a:t>
            </a:fld>
            <a:endParaRPr lang="ru-RU" sz="360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68726EA3-283D-43D8-98EF-79EE7A6CE04F}"/>
              </a:ext>
            </a:extLst>
          </p:cNvPr>
          <p:cNvSpPr txBox="1"/>
          <p:nvPr/>
        </p:nvSpPr>
        <p:spPr>
          <a:xfrm>
            <a:off x="493295" y="616226"/>
            <a:ext cx="11430000" cy="51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ru-RU" sz="28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Оформление таблиц</a:t>
            </a:r>
            <a:endParaRPr lang="ru-RU" sz="2000" b="1" u="sng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Таблица имеет название и порядковую нумерацию арабскими цифрами, сквозную по всей работе. 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Слово «Таблица» и ее номер располагается слева без абзацного отступа, через дефис указывается название таблицы. 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Таблицу, в зависимости от ее размера, помещают под текстом, в котором впервые дана ссылка на нее, или на следующей странице, или, при необходимости, в приложении.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468D2A16-2A4B-419E-B935-F1910B0218FB}"/>
              </a:ext>
            </a:extLst>
          </p:cNvPr>
          <p:cNvSpPr txBox="1"/>
          <p:nvPr/>
        </p:nvSpPr>
        <p:spPr>
          <a:xfrm>
            <a:off x="164306" y="0"/>
            <a:ext cx="6105524" cy="583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32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ЭЛЕМЕНТЫ ТЕКСТА</a:t>
            </a:r>
          </a:p>
        </p:txBody>
      </p:sp>
    </p:spTree>
    <p:extLst>
      <p:ext uri="{BB962C8B-B14F-4D97-AF65-F5344CB8AC3E}">
        <p14:creationId xmlns:p14="http://schemas.microsoft.com/office/powerpoint/2010/main" xmlns="" val="35151029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xmlns="" id="{6CEFB9EC-C613-4026-BE3E-7D4C5387C355}"/>
              </a:ext>
            </a:extLst>
          </p:cNvPr>
          <p:cNvCxnSpPr>
            <a:cxnSpLocks/>
          </p:cNvCxnSpPr>
          <p:nvPr/>
        </p:nvCxnSpPr>
        <p:spPr>
          <a:xfrm flipH="1">
            <a:off x="1" y="616226"/>
            <a:ext cx="10852878" cy="0"/>
          </a:xfrm>
          <a:prstGeom prst="line">
            <a:avLst/>
          </a:prstGeom>
          <a:ln w="63500" cap="flat" cmpd="dbl">
            <a:solidFill>
              <a:schemeClr val="accent1">
                <a:lumMod val="75000"/>
              </a:schemeClr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xmlns="" id="{BE007AAB-0C5D-4F2A-989D-977795C09C0B}"/>
              </a:ext>
            </a:extLst>
          </p:cNvPr>
          <p:cNvCxnSpPr>
            <a:cxnSpLocks/>
          </p:cNvCxnSpPr>
          <p:nvPr/>
        </p:nvCxnSpPr>
        <p:spPr>
          <a:xfrm flipH="1">
            <a:off x="1339122" y="6274076"/>
            <a:ext cx="10852878" cy="0"/>
          </a:xfrm>
          <a:prstGeom prst="line">
            <a:avLst/>
          </a:prstGeom>
          <a:ln w="63500" cap="flat" cmpd="dbl">
            <a:solidFill>
              <a:schemeClr val="accent1">
                <a:lumMod val="75000"/>
              </a:schemeClr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D696FEC0-43C6-43E6-B056-6A0480954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6350276"/>
            <a:ext cx="2743200" cy="365125"/>
          </a:xfrm>
        </p:spPr>
        <p:txBody>
          <a:bodyPr/>
          <a:lstStyle/>
          <a:p>
            <a:fld id="{7DBCAEB2-D51B-4ACF-8ABA-0A2F5F9CA479}" type="slidenum">
              <a:rPr lang="ru-RU" sz="3600" smtClean="0">
                <a:solidFill>
                  <a:srgbClr val="002060"/>
                </a:solidFill>
              </a:rPr>
              <a:pPr/>
              <a:t>17</a:t>
            </a:fld>
            <a:endParaRPr lang="ru-RU" sz="3600">
              <a:solidFill>
                <a:srgbClr val="00206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468D2A16-2A4B-419E-B935-F1910B0218FB}"/>
              </a:ext>
            </a:extLst>
          </p:cNvPr>
          <p:cNvSpPr txBox="1"/>
          <p:nvPr/>
        </p:nvSpPr>
        <p:spPr>
          <a:xfrm>
            <a:off x="164306" y="0"/>
            <a:ext cx="6105524" cy="583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32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ЭЛЕМЕНТЫ ТЕКСТА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F94D2509-ECB6-4B95-A731-2051CDDE9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695" y="853723"/>
            <a:ext cx="6747961" cy="5117903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xmlns="" id="{53C4CE8A-1E1C-490E-8638-61DCF95C1AEB}"/>
              </a:ext>
            </a:extLst>
          </p:cNvPr>
          <p:cNvSpPr/>
          <p:nvPr/>
        </p:nvSpPr>
        <p:spPr>
          <a:xfrm>
            <a:off x="8213559" y="1058780"/>
            <a:ext cx="1085098" cy="43312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4795216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xmlns="" id="{6CEFB9EC-C613-4026-BE3E-7D4C5387C355}"/>
              </a:ext>
            </a:extLst>
          </p:cNvPr>
          <p:cNvCxnSpPr>
            <a:cxnSpLocks/>
          </p:cNvCxnSpPr>
          <p:nvPr/>
        </p:nvCxnSpPr>
        <p:spPr>
          <a:xfrm flipH="1">
            <a:off x="1" y="616226"/>
            <a:ext cx="10852878" cy="0"/>
          </a:xfrm>
          <a:prstGeom prst="line">
            <a:avLst/>
          </a:prstGeom>
          <a:ln w="63500" cap="flat" cmpd="dbl">
            <a:solidFill>
              <a:schemeClr val="accent1">
                <a:lumMod val="75000"/>
              </a:schemeClr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xmlns="" id="{BE007AAB-0C5D-4F2A-989D-977795C09C0B}"/>
              </a:ext>
            </a:extLst>
          </p:cNvPr>
          <p:cNvCxnSpPr>
            <a:cxnSpLocks/>
          </p:cNvCxnSpPr>
          <p:nvPr/>
        </p:nvCxnSpPr>
        <p:spPr>
          <a:xfrm flipH="1">
            <a:off x="1339122" y="6274076"/>
            <a:ext cx="10852878" cy="0"/>
          </a:xfrm>
          <a:prstGeom prst="line">
            <a:avLst/>
          </a:prstGeom>
          <a:ln w="63500" cap="flat" cmpd="dbl">
            <a:solidFill>
              <a:schemeClr val="accent1">
                <a:lumMod val="75000"/>
              </a:schemeClr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D696FEC0-43C6-43E6-B056-6A0480954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6350276"/>
            <a:ext cx="2743200" cy="365125"/>
          </a:xfrm>
        </p:spPr>
        <p:txBody>
          <a:bodyPr/>
          <a:lstStyle/>
          <a:p>
            <a:fld id="{7DBCAEB2-D51B-4ACF-8ABA-0A2F5F9CA479}" type="slidenum">
              <a:rPr lang="ru-RU" sz="3600" smtClean="0">
                <a:solidFill>
                  <a:srgbClr val="002060"/>
                </a:solidFill>
              </a:rPr>
              <a:pPr/>
              <a:t>18</a:t>
            </a:fld>
            <a:endParaRPr lang="ru-RU" sz="360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00AE3BAC-A8F2-485C-A049-16099D12E6F8}"/>
              </a:ext>
            </a:extLst>
          </p:cNvPr>
          <p:cNvSpPr txBox="1"/>
          <p:nvPr/>
        </p:nvSpPr>
        <p:spPr>
          <a:xfrm>
            <a:off x="164306" y="0"/>
            <a:ext cx="6105524" cy="583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32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ЭЛЕМЕНТЫ ТЕКСТА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E98269D-F098-4F4D-8FD4-402A946264CC}"/>
              </a:ext>
            </a:extLst>
          </p:cNvPr>
          <p:cNvSpPr txBox="1"/>
          <p:nvPr/>
        </p:nvSpPr>
        <p:spPr>
          <a:xfrm>
            <a:off x="465220" y="471987"/>
            <a:ext cx="11562473" cy="5840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ru-RU" sz="28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Оформление иллюстраций</a:t>
            </a:r>
            <a:endParaRPr lang="ru-RU" sz="2000" b="1" u="sng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Иллюстрация обозначается словом «Рисунок». Порядковый номер рисунка и его наименование проставляются под рисунком (под подрисуночным текстом) посередине строки через тире. Точка после названия иллюстрации не ставится. Нумерация сквозная. 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 все иллюстрации должны быть даны ссылки в работе. Иллюстрации располагаются в работе непосредственно после текста, где они упоминаются впервые, или на следующей странице, или, при необходимости, в приложении.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427962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5E39F653-6B2B-4CC5-A3E6-97A092B66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6527" y="681078"/>
            <a:ext cx="7218946" cy="5460485"/>
          </a:xfrm>
          <a:prstGeom prst="rect">
            <a:avLst/>
          </a:prstGeom>
        </p:spPr>
      </p:pic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xmlns="" id="{6CEFB9EC-C613-4026-BE3E-7D4C5387C355}"/>
              </a:ext>
            </a:extLst>
          </p:cNvPr>
          <p:cNvCxnSpPr>
            <a:cxnSpLocks/>
          </p:cNvCxnSpPr>
          <p:nvPr/>
        </p:nvCxnSpPr>
        <p:spPr>
          <a:xfrm flipH="1">
            <a:off x="1" y="616226"/>
            <a:ext cx="10852878" cy="0"/>
          </a:xfrm>
          <a:prstGeom prst="line">
            <a:avLst/>
          </a:prstGeom>
          <a:ln w="63500" cap="flat" cmpd="dbl">
            <a:solidFill>
              <a:schemeClr val="accent1">
                <a:lumMod val="75000"/>
              </a:schemeClr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xmlns="" id="{BE007AAB-0C5D-4F2A-989D-977795C09C0B}"/>
              </a:ext>
            </a:extLst>
          </p:cNvPr>
          <p:cNvCxnSpPr>
            <a:cxnSpLocks/>
          </p:cNvCxnSpPr>
          <p:nvPr/>
        </p:nvCxnSpPr>
        <p:spPr>
          <a:xfrm flipH="1">
            <a:off x="1339122" y="6274076"/>
            <a:ext cx="10852878" cy="0"/>
          </a:xfrm>
          <a:prstGeom prst="line">
            <a:avLst/>
          </a:prstGeom>
          <a:ln w="63500" cap="flat" cmpd="dbl">
            <a:solidFill>
              <a:schemeClr val="accent1">
                <a:lumMod val="75000"/>
              </a:schemeClr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D696FEC0-43C6-43E6-B056-6A0480954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6350276"/>
            <a:ext cx="2743200" cy="365125"/>
          </a:xfrm>
        </p:spPr>
        <p:txBody>
          <a:bodyPr/>
          <a:lstStyle/>
          <a:p>
            <a:fld id="{7DBCAEB2-D51B-4ACF-8ABA-0A2F5F9CA479}" type="slidenum">
              <a:rPr lang="ru-RU" sz="3600" smtClean="0">
                <a:solidFill>
                  <a:srgbClr val="002060"/>
                </a:solidFill>
              </a:rPr>
              <a:pPr/>
              <a:t>19</a:t>
            </a:fld>
            <a:endParaRPr lang="ru-RU" sz="3600">
              <a:solidFill>
                <a:srgbClr val="00206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468D2A16-2A4B-419E-B935-F1910B0218FB}"/>
              </a:ext>
            </a:extLst>
          </p:cNvPr>
          <p:cNvSpPr txBox="1"/>
          <p:nvPr/>
        </p:nvSpPr>
        <p:spPr>
          <a:xfrm>
            <a:off x="164306" y="0"/>
            <a:ext cx="6105524" cy="583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32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ЭЛЕМЕНТЫ ТЕКСТА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xmlns="" id="{A4E19638-F422-41E4-99B5-D258F3395FF9}"/>
              </a:ext>
            </a:extLst>
          </p:cNvPr>
          <p:cNvSpPr/>
          <p:nvPr/>
        </p:nvSpPr>
        <p:spPr>
          <a:xfrm>
            <a:off x="5406189" y="1700464"/>
            <a:ext cx="1125600" cy="43312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2512833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xmlns="" id="{6CEFB9EC-C613-4026-BE3E-7D4C5387C355}"/>
              </a:ext>
            </a:extLst>
          </p:cNvPr>
          <p:cNvCxnSpPr>
            <a:cxnSpLocks/>
          </p:cNvCxnSpPr>
          <p:nvPr/>
        </p:nvCxnSpPr>
        <p:spPr>
          <a:xfrm flipH="1">
            <a:off x="1" y="616226"/>
            <a:ext cx="10852878" cy="0"/>
          </a:xfrm>
          <a:prstGeom prst="line">
            <a:avLst/>
          </a:prstGeom>
          <a:ln w="63500" cap="flat" cmpd="dbl">
            <a:solidFill>
              <a:schemeClr val="accent1">
                <a:lumMod val="75000"/>
              </a:schemeClr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xmlns="" id="{BE007AAB-0C5D-4F2A-989D-977795C09C0B}"/>
              </a:ext>
            </a:extLst>
          </p:cNvPr>
          <p:cNvCxnSpPr>
            <a:cxnSpLocks/>
          </p:cNvCxnSpPr>
          <p:nvPr/>
        </p:nvCxnSpPr>
        <p:spPr>
          <a:xfrm flipH="1">
            <a:off x="1339122" y="6274076"/>
            <a:ext cx="10852878" cy="0"/>
          </a:xfrm>
          <a:prstGeom prst="line">
            <a:avLst/>
          </a:prstGeom>
          <a:ln w="63500" cap="flat" cmpd="dbl">
            <a:solidFill>
              <a:schemeClr val="accent1">
                <a:lumMod val="75000"/>
              </a:schemeClr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D696FEC0-43C6-43E6-B056-6A0480954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6350276"/>
            <a:ext cx="2743200" cy="365125"/>
          </a:xfrm>
        </p:spPr>
        <p:txBody>
          <a:bodyPr/>
          <a:lstStyle/>
          <a:p>
            <a:fld id="{7DBCAEB2-D51B-4ACF-8ABA-0A2F5F9CA479}" type="slidenum">
              <a:rPr lang="ru-RU" sz="3600" smtClean="0">
                <a:solidFill>
                  <a:srgbClr val="002060"/>
                </a:solidFill>
              </a:rPr>
              <a:pPr/>
              <a:t>20</a:t>
            </a:fld>
            <a:endParaRPr lang="ru-RU" sz="360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00AE3BAC-A8F2-485C-A049-16099D12E6F8}"/>
              </a:ext>
            </a:extLst>
          </p:cNvPr>
          <p:cNvSpPr txBox="1"/>
          <p:nvPr/>
        </p:nvSpPr>
        <p:spPr>
          <a:xfrm>
            <a:off x="164306" y="0"/>
            <a:ext cx="6105524" cy="583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32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ЭЛЕМЕНТЫ ТЕКСТА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1B6455E2-5E4F-4687-9B12-83389579ABA1}"/>
              </a:ext>
            </a:extLst>
          </p:cNvPr>
          <p:cNvSpPr txBox="1"/>
          <p:nvPr/>
        </p:nvSpPr>
        <p:spPr>
          <a:xfrm>
            <a:off x="304800" y="1114392"/>
            <a:ext cx="11582400" cy="3716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ru-RU" sz="28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Оформление ссылок</a:t>
            </a:r>
          </a:p>
          <a:p>
            <a:pPr lvl="0" algn="just">
              <a:lnSpc>
                <a:spcPct val="150000"/>
              </a:lnSpc>
            </a:pPr>
            <a:endParaRPr lang="ru-RU" sz="2000" b="1" u="sng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Ссылки по всему тексту должны быть однотипные в квадратных скобках с указанием порядкового номера источника и номера страницы. Ссылки должны быть оформлены в соответствии с ГОСТР 7.0.5-2008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[1]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8285067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xmlns="" id="{6CEFB9EC-C613-4026-BE3E-7D4C5387C355}"/>
              </a:ext>
            </a:extLst>
          </p:cNvPr>
          <p:cNvCxnSpPr>
            <a:cxnSpLocks/>
          </p:cNvCxnSpPr>
          <p:nvPr/>
        </p:nvCxnSpPr>
        <p:spPr>
          <a:xfrm flipH="1">
            <a:off x="1" y="616226"/>
            <a:ext cx="10852878" cy="0"/>
          </a:xfrm>
          <a:prstGeom prst="line">
            <a:avLst/>
          </a:prstGeom>
          <a:ln w="63500" cap="flat" cmpd="dbl">
            <a:solidFill>
              <a:schemeClr val="accent1">
                <a:lumMod val="75000"/>
              </a:schemeClr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xmlns="" id="{BE007AAB-0C5D-4F2A-989D-977795C09C0B}"/>
              </a:ext>
            </a:extLst>
          </p:cNvPr>
          <p:cNvCxnSpPr>
            <a:cxnSpLocks/>
          </p:cNvCxnSpPr>
          <p:nvPr/>
        </p:nvCxnSpPr>
        <p:spPr>
          <a:xfrm flipH="1">
            <a:off x="1339122" y="6274076"/>
            <a:ext cx="10852878" cy="0"/>
          </a:xfrm>
          <a:prstGeom prst="line">
            <a:avLst/>
          </a:prstGeom>
          <a:ln w="63500" cap="flat" cmpd="dbl">
            <a:solidFill>
              <a:schemeClr val="accent1">
                <a:lumMod val="75000"/>
              </a:schemeClr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D696FEC0-43C6-43E6-B056-6A0480954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6350276"/>
            <a:ext cx="2743200" cy="365125"/>
          </a:xfrm>
        </p:spPr>
        <p:txBody>
          <a:bodyPr/>
          <a:lstStyle/>
          <a:p>
            <a:fld id="{7DBCAEB2-D51B-4ACF-8ABA-0A2F5F9CA479}" type="slidenum">
              <a:rPr lang="ru-RU" sz="3600" smtClean="0">
                <a:solidFill>
                  <a:srgbClr val="002060"/>
                </a:solidFill>
              </a:rPr>
              <a:pPr/>
              <a:t>21</a:t>
            </a:fld>
            <a:endParaRPr lang="ru-RU" sz="360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00AE3BAC-A8F2-485C-A049-16099D12E6F8}"/>
              </a:ext>
            </a:extLst>
          </p:cNvPr>
          <p:cNvSpPr txBox="1"/>
          <p:nvPr/>
        </p:nvSpPr>
        <p:spPr>
          <a:xfrm>
            <a:off x="164306" y="0"/>
            <a:ext cx="6105524" cy="583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32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ЭЛЕМЕНТЫ ТЕКСТА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BF3AEFE9-F20C-4538-9048-7368C24C1E29}"/>
              </a:ext>
            </a:extLst>
          </p:cNvPr>
          <p:cNvSpPr txBox="1"/>
          <p:nvPr/>
        </p:nvSpPr>
        <p:spPr>
          <a:xfrm>
            <a:off x="170384" y="616226"/>
            <a:ext cx="11851231" cy="5669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</a:pPr>
            <a:r>
              <a:rPr lang="ru-RU" sz="28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Оформление списка использованных источников и литературы</a:t>
            </a:r>
            <a:endParaRPr lang="ru-RU" sz="2000" b="1" u="sng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07000"/>
              </a:lnSpc>
              <a:buFont typeface="Wingdings" panose="05000000000000000000" pitchFamily="2" charset="2"/>
              <a:buChar char="q"/>
            </a:pP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список использованных источников и литературы включаются только те названия, на которые есть ссылки в тексте работы. В списке используется сквозная нумерация всех источников арабскими цифрами, список печатается с абзацного отступа. </a:t>
            </a:r>
            <a:endParaRPr lang="ru-RU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07000"/>
              </a:lnSpc>
              <a:buFont typeface="Wingdings" panose="05000000000000000000" pitchFamily="2" charset="2"/>
              <a:buChar char="q"/>
            </a:pP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Самый распространенный способ формирования списка - алфавитный, при этом сначала указываются нормативно-правовые акты (в порядке убывания юридической силы), затем группируются источники (литература и периодические издания) на русском языке, затем - на иностранном, в конце приводятся электронные ресурсы. </a:t>
            </a:r>
            <a:endParaRPr lang="ru-RU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07000"/>
              </a:lnSpc>
              <a:buFont typeface="Wingdings" panose="05000000000000000000" pitchFamily="2" charset="2"/>
              <a:buChar char="q"/>
            </a:pP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Библиографическое описание использованной в работе литературы должны быть сделаны согласно ГОСТ 7.1-2003 и ГОСТ 7.82-2001.</a:t>
            </a:r>
            <a:endParaRPr lang="ru-RU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Список оформляется на отдельной странице.</a:t>
            </a:r>
            <a:endParaRPr lang="ru-RU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850939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xmlns="" id="{6CEFB9EC-C613-4026-BE3E-7D4C5387C355}"/>
              </a:ext>
            </a:extLst>
          </p:cNvPr>
          <p:cNvCxnSpPr>
            <a:cxnSpLocks/>
          </p:cNvCxnSpPr>
          <p:nvPr/>
        </p:nvCxnSpPr>
        <p:spPr>
          <a:xfrm flipH="1">
            <a:off x="1" y="616226"/>
            <a:ext cx="10852878" cy="0"/>
          </a:xfrm>
          <a:prstGeom prst="line">
            <a:avLst/>
          </a:prstGeom>
          <a:ln w="63500" cap="flat" cmpd="dbl">
            <a:solidFill>
              <a:schemeClr val="accent1">
                <a:lumMod val="75000"/>
              </a:schemeClr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xmlns="" id="{BE007AAB-0C5D-4F2A-989D-977795C09C0B}"/>
              </a:ext>
            </a:extLst>
          </p:cNvPr>
          <p:cNvCxnSpPr>
            <a:cxnSpLocks/>
          </p:cNvCxnSpPr>
          <p:nvPr/>
        </p:nvCxnSpPr>
        <p:spPr>
          <a:xfrm flipH="1">
            <a:off x="1339122" y="6274076"/>
            <a:ext cx="10852878" cy="0"/>
          </a:xfrm>
          <a:prstGeom prst="line">
            <a:avLst/>
          </a:prstGeom>
          <a:ln w="63500" cap="flat" cmpd="dbl">
            <a:solidFill>
              <a:schemeClr val="accent1">
                <a:lumMod val="75000"/>
              </a:schemeClr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D696FEC0-43C6-43E6-B056-6A0480954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6350276"/>
            <a:ext cx="2743200" cy="365125"/>
          </a:xfrm>
        </p:spPr>
        <p:txBody>
          <a:bodyPr/>
          <a:lstStyle/>
          <a:p>
            <a:fld id="{7DBCAEB2-D51B-4ACF-8ABA-0A2F5F9CA479}" type="slidenum">
              <a:rPr lang="ru-RU" sz="3600" smtClean="0">
                <a:solidFill>
                  <a:srgbClr val="002060"/>
                </a:solidFill>
              </a:rPr>
              <a:pPr/>
              <a:t>22</a:t>
            </a:fld>
            <a:endParaRPr lang="ru-RU" sz="360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02DF3130-3466-4296-B175-A1B7219A048B}"/>
              </a:ext>
            </a:extLst>
          </p:cNvPr>
          <p:cNvSpPr txBox="1"/>
          <p:nvPr/>
        </p:nvSpPr>
        <p:spPr>
          <a:xfrm>
            <a:off x="164306" y="0"/>
            <a:ext cx="6105524" cy="583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32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ЭЛЕМЕНТЫ ТЕКСТА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2E21CF56-E5AB-4F50-B7F9-E6C750870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449" y="818150"/>
            <a:ext cx="7506597" cy="537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595909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xmlns="" id="{6CEFB9EC-C613-4026-BE3E-7D4C5387C355}"/>
              </a:ext>
            </a:extLst>
          </p:cNvPr>
          <p:cNvCxnSpPr>
            <a:cxnSpLocks/>
          </p:cNvCxnSpPr>
          <p:nvPr/>
        </p:nvCxnSpPr>
        <p:spPr>
          <a:xfrm flipH="1">
            <a:off x="1" y="616226"/>
            <a:ext cx="10852878" cy="0"/>
          </a:xfrm>
          <a:prstGeom prst="line">
            <a:avLst/>
          </a:prstGeom>
          <a:ln w="63500" cap="flat" cmpd="dbl">
            <a:solidFill>
              <a:schemeClr val="accent1">
                <a:lumMod val="75000"/>
              </a:schemeClr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xmlns="" id="{BE007AAB-0C5D-4F2A-989D-977795C09C0B}"/>
              </a:ext>
            </a:extLst>
          </p:cNvPr>
          <p:cNvCxnSpPr>
            <a:cxnSpLocks/>
          </p:cNvCxnSpPr>
          <p:nvPr/>
        </p:nvCxnSpPr>
        <p:spPr>
          <a:xfrm flipH="1">
            <a:off x="1339122" y="6274076"/>
            <a:ext cx="10852878" cy="0"/>
          </a:xfrm>
          <a:prstGeom prst="line">
            <a:avLst/>
          </a:prstGeom>
          <a:ln w="63500" cap="flat" cmpd="dbl">
            <a:solidFill>
              <a:schemeClr val="accent1">
                <a:lumMod val="75000"/>
              </a:schemeClr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D696FEC0-43C6-43E6-B056-6A0480954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6350276"/>
            <a:ext cx="2743200" cy="365125"/>
          </a:xfrm>
        </p:spPr>
        <p:txBody>
          <a:bodyPr/>
          <a:lstStyle/>
          <a:p>
            <a:fld id="{7DBCAEB2-D51B-4ACF-8ABA-0A2F5F9CA479}" type="slidenum">
              <a:rPr lang="ru-RU" sz="3600" smtClean="0">
                <a:solidFill>
                  <a:srgbClr val="002060"/>
                </a:solidFill>
              </a:rPr>
              <a:pPr/>
              <a:t>23</a:t>
            </a:fld>
            <a:endParaRPr lang="ru-RU" sz="360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00AE3BAC-A8F2-485C-A049-16099D12E6F8}"/>
              </a:ext>
            </a:extLst>
          </p:cNvPr>
          <p:cNvSpPr txBox="1"/>
          <p:nvPr/>
        </p:nvSpPr>
        <p:spPr>
          <a:xfrm>
            <a:off x="164306" y="0"/>
            <a:ext cx="6105524" cy="583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32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ЭЛЕМЕНТЫ ТЕКСТА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3731A1B0-CA05-4600-AC8C-6BFC03D25AD7}"/>
              </a:ext>
            </a:extLst>
          </p:cNvPr>
          <p:cNvSpPr txBox="1"/>
          <p:nvPr/>
        </p:nvSpPr>
        <p:spPr>
          <a:xfrm>
            <a:off x="320841" y="1006110"/>
            <a:ext cx="5229727" cy="325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Оформление списка публикаций </a:t>
            </a:r>
            <a:r>
              <a:rPr lang="ru-RU" sz="28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автора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 наличии публикаций по </a:t>
            </a:r>
            <a:r>
              <a:rPr lang="ru-RU" sz="28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выбранной теме практики. 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 установленному образцу. 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4E8184F7-2D18-4DA4-B2BD-33B002656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742638"/>
            <a:ext cx="5638800" cy="526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585451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xmlns="" id="{6CEFB9EC-C613-4026-BE3E-7D4C5387C355}"/>
              </a:ext>
            </a:extLst>
          </p:cNvPr>
          <p:cNvCxnSpPr>
            <a:cxnSpLocks/>
          </p:cNvCxnSpPr>
          <p:nvPr/>
        </p:nvCxnSpPr>
        <p:spPr>
          <a:xfrm flipH="1">
            <a:off x="1" y="616226"/>
            <a:ext cx="10852878" cy="0"/>
          </a:xfrm>
          <a:prstGeom prst="line">
            <a:avLst/>
          </a:prstGeom>
          <a:ln w="63500" cap="flat" cmpd="dbl">
            <a:solidFill>
              <a:schemeClr val="accent1">
                <a:lumMod val="75000"/>
              </a:schemeClr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xmlns="" id="{BE007AAB-0C5D-4F2A-989D-977795C09C0B}"/>
              </a:ext>
            </a:extLst>
          </p:cNvPr>
          <p:cNvCxnSpPr>
            <a:cxnSpLocks/>
          </p:cNvCxnSpPr>
          <p:nvPr/>
        </p:nvCxnSpPr>
        <p:spPr>
          <a:xfrm flipH="1">
            <a:off x="1339122" y="6274076"/>
            <a:ext cx="10852878" cy="0"/>
          </a:xfrm>
          <a:prstGeom prst="line">
            <a:avLst/>
          </a:prstGeom>
          <a:ln w="63500" cap="flat" cmpd="dbl">
            <a:solidFill>
              <a:schemeClr val="accent1">
                <a:lumMod val="75000"/>
              </a:schemeClr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D696FEC0-43C6-43E6-B056-6A0480954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6350276"/>
            <a:ext cx="2743200" cy="365125"/>
          </a:xfrm>
        </p:spPr>
        <p:txBody>
          <a:bodyPr/>
          <a:lstStyle/>
          <a:p>
            <a:fld id="{7DBCAEB2-D51B-4ACF-8ABA-0A2F5F9CA479}" type="slidenum">
              <a:rPr lang="ru-RU" sz="3600" smtClean="0">
                <a:solidFill>
                  <a:srgbClr val="002060"/>
                </a:solidFill>
              </a:rPr>
              <a:pPr/>
              <a:t>24</a:t>
            </a:fld>
            <a:endParaRPr lang="ru-RU" sz="360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00AE3BAC-A8F2-485C-A049-16099D12E6F8}"/>
              </a:ext>
            </a:extLst>
          </p:cNvPr>
          <p:cNvSpPr txBox="1"/>
          <p:nvPr/>
        </p:nvSpPr>
        <p:spPr>
          <a:xfrm>
            <a:off x="164306" y="0"/>
            <a:ext cx="6105524" cy="583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32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ЭЛЕМЕНТЫ ТЕКСТА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32E03FD9-61AC-44AD-AF59-79919436A0E7}"/>
              </a:ext>
            </a:extLst>
          </p:cNvPr>
          <p:cNvSpPr txBox="1"/>
          <p:nvPr/>
        </p:nvSpPr>
        <p:spPr>
          <a:xfrm>
            <a:off x="310753" y="713230"/>
            <a:ext cx="11570494" cy="51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ru-RU" sz="28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Оформление приложений</a:t>
            </a:r>
            <a:endParaRPr lang="ru-RU" sz="2000" b="1" u="sng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тексте документа на все приложения должны быть даны ссылки. Приложения располагают в порядке ссылок на них в тексте документа. 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Каждое приложение должно начинаться с новой страницы с указанием наверху посередине страницы слова «ПРИЛОЖЕНИЕ» и его обозначение заглавной буквой русского алфавита. 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"/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Приложение должно иметь заголовок, который записывают симметрично тексту с прописной буквы отдельной строкой.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735123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xmlns="" id="{6CEFB9EC-C613-4026-BE3E-7D4C5387C355}"/>
              </a:ext>
            </a:extLst>
          </p:cNvPr>
          <p:cNvCxnSpPr>
            <a:cxnSpLocks/>
          </p:cNvCxnSpPr>
          <p:nvPr/>
        </p:nvCxnSpPr>
        <p:spPr>
          <a:xfrm flipH="1">
            <a:off x="1" y="616226"/>
            <a:ext cx="10852878" cy="0"/>
          </a:xfrm>
          <a:prstGeom prst="line">
            <a:avLst/>
          </a:prstGeom>
          <a:ln w="63500" cap="flat" cmpd="dbl">
            <a:solidFill>
              <a:schemeClr val="accent1">
                <a:lumMod val="75000"/>
              </a:schemeClr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xmlns="" id="{BE007AAB-0C5D-4F2A-989D-977795C09C0B}"/>
              </a:ext>
            </a:extLst>
          </p:cNvPr>
          <p:cNvCxnSpPr>
            <a:cxnSpLocks/>
          </p:cNvCxnSpPr>
          <p:nvPr/>
        </p:nvCxnSpPr>
        <p:spPr>
          <a:xfrm flipH="1">
            <a:off x="1339122" y="6274076"/>
            <a:ext cx="10852878" cy="0"/>
          </a:xfrm>
          <a:prstGeom prst="line">
            <a:avLst/>
          </a:prstGeom>
          <a:ln w="63500" cap="flat" cmpd="dbl">
            <a:solidFill>
              <a:schemeClr val="accent1">
                <a:lumMod val="75000"/>
              </a:schemeClr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D696FEC0-43C6-43E6-B056-6A0480954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6350276"/>
            <a:ext cx="2743200" cy="365125"/>
          </a:xfrm>
        </p:spPr>
        <p:txBody>
          <a:bodyPr/>
          <a:lstStyle/>
          <a:p>
            <a:fld id="{7DBCAEB2-D51B-4ACF-8ABA-0A2F5F9CA479}" type="slidenum">
              <a:rPr lang="ru-RU" sz="3600" smtClean="0">
                <a:solidFill>
                  <a:srgbClr val="002060"/>
                </a:solidFill>
              </a:rPr>
              <a:pPr/>
              <a:t>25</a:t>
            </a:fld>
            <a:endParaRPr lang="ru-RU" sz="360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02DF3130-3466-4296-B175-A1B7219A048B}"/>
              </a:ext>
            </a:extLst>
          </p:cNvPr>
          <p:cNvSpPr txBox="1"/>
          <p:nvPr/>
        </p:nvSpPr>
        <p:spPr>
          <a:xfrm>
            <a:off x="164306" y="0"/>
            <a:ext cx="6105524" cy="583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32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ЭЛЕМЕНТЫ ТЕКСТА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00FC8A02-55F5-41B2-BC02-76F4460E1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442" y="858530"/>
            <a:ext cx="7106653" cy="527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5340314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иний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</TotalTime>
  <Words>982</Words>
  <Application>Microsoft Office PowerPoint</Application>
  <PresentationFormat>Произвольный</PresentationFormat>
  <Paragraphs>128</Paragraphs>
  <Slides>25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26" baseType="lpstr">
      <vt:lpstr>Тема Office</vt:lpstr>
      <vt:lpstr>НОРМОКОНТРОЛЬ  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  <vt:lpstr>Слайд 19</vt:lpstr>
      <vt:lpstr>Слайд 20</vt:lpstr>
      <vt:lpstr>Слайд 21</vt:lpstr>
      <vt:lpstr>Слайд 22</vt:lpstr>
      <vt:lpstr>Слайд 23</vt:lpstr>
      <vt:lpstr>Слайд 24</vt:lpstr>
      <vt:lpstr>Слайд 25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НОРМОКОНТРОЛЬ  выпускной квалификационной работы бакалавра</dc:title>
  <dc:creator>Олеся</dc:creator>
  <cp:lastModifiedBy>Синева Татьяна Антоновна</cp:lastModifiedBy>
  <cp:revision>25</cp:revision>
  <dcterms:created xsi:type="dcterms:W3CDTF">2023-11-22T09:32:02Z</dcterms:created>
  <dcterms:modified xsi:type="dcterms:W3CDTF">2026-03-30T02:41:13Z</dcterms:modified>
</cp:coreProperties>
</file>